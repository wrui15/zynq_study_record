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0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24575,'0'822'0,"0"-819"0,0 1 0,-1-1 0,1 0 0,1 1 0,-1-1 0,0 1 0,1-1 0,0 0 0,0 1 0,0-1 0,0 0 0,0 0 0,1 1 0,-1-1 0,1 0 0,0-1 0,0 1 0,0 0 0,0 0 0,0-1 0,1 1 0,-1-1 0,1 0 0,0 0 0,0 0 0,-1 0 0,1 0 0,0-1 0,1 1 0,-1-1 0,0 0 0,0 0 0,1 0 0,5 1 0,20 5 0,0-2 0,1-1 0,36 1 0,95-6 0,-94-1 0,1680-4 0,-987 8 0,349-2 0,-927-12 0,-28 0 0,541 8 0,-389 5 0,-269-3 0,-1-2 0,59-14 0,11-1 0,-32 12 26,50-7-1417,-98 8-5435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11:43:20.28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32,'5'-5,"6"-1,1-4,-2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2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24575,'995'-30'0,"-622"14"0,-98 2 0,300-5 0,64 20-1365,-616-1-5461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31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24575,'1'8'0,"0"0"0,1 1 0,0-1 0,0 0 0,1-1 0,0 1 0,1 0 0,-1-1 0,1 0 0,1 0 0,-1 0 0,1 0 0,12 12 0,3 2 0,1-1 0,37 28 0,1-8 0,65 34 0,-70-44 0,-2 2 0,51 40 0,-102-71 0,0 0 0,1 0 0,-1 0 0,0 0 0,0 0 0,0 0 0,1 0 0,-1 0 0,0 1 0,-1-1 0,1 0 0,0 1 0,0-1 0,0 1 0,-1-1 0,1 1 0,-1-1 0,1 1 0,-1-1 0,0 1 0,0 0 0,1-1 0,-1 1 0,0-1 0,-1 1 0,1 0 0,0-1 0,0 1 0,-1-1 0,1 1 0,0 0 0,-1-1 0,0 1 0,1-1 0,-1 0 0,0 1 0,-1 1 0,-4 4 0,0-1 0,0 0 0,-1 0 0,0 0 0,-13 7 0,12-7 0,-479 305-1365,454-293-5461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23892,'4127'106'0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3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24575,'1309'-1'0,"-1432"0"0,-143 3 0,227 2 0,0 2 0,-38 11 0,43-8 0,0-2 0,-1-2 0,-35 2 0,-46-9 0,-71 3 0,58 22 0,266-20 0,1579-3-1365,-1692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5:0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24575,'503'0'-1365,"-480"0"-5461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1:3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2:58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24575,'0'1923'0,"14"-1710"0,-1 7 0,-14 50 0,12 584 0,-10-837 0,42 1192 0,-43-1022 0,-11 311 0,-7 389 0,20-591 0,-16-18 111,0 18-1587,14-274-5350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01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24575,'0'-1'0,"0"0"0,1 0 0,-1 0 0,1 0 0,-1 0 0,1 0 0,0 0 0,-1 0 0,1 0 0,0 0 0,-1 1 0,1-1 0,0 0 0,0 1 0,0-1 0,0 0 0,0 1 0,-1-1 0,1 1 0,2-1 0,26-12 0,-21 11 0,69-25 0,1 3 0,2 4 0,109-13 0,250-7 0,-434 39 0,819-34 0,-1 54 0,-69 42 0,-421-2 0,419 93 0,-683-141 0,32 7 0,1-5 0,124 0 0,537-16 0,-564 3 0,-184 0 0,-5 0 0,-1-1 0,1 2 0,-1 0 0,19 3 0,-26-3 0,0-1 0,0 1 0,0 0 0,0 0 0,0 0 0,0 0 0,0 0 0,0 1 0,-1-1 0,1 0 0,0 1 0,-1-1 0,1 1 0,-1 0 0,1 0 0,-1-1 0,0 1 0,0 0 0,0 0 0,0 0 0,0 0 0,0 0 0,-1 0 0,1 1 0,0-1 0,-1 2 0,1 15 0,-2 0 0,0 0 0,-1 0 0,-1 0 0,-1-1 0,0 1 0,-8 17 0,-3 20 0,-9 68 0,-16 227 0,29 130 0,13 1910 0,-15-1945 0,0-31 0,12-331 0,-14 728 0,9-480 0,0-35 0,1-236 0,-3 0 0,-17 66 0,10-63 0,-8 97 0,11-7 0,-5 160 0,18 531-1365,-1-805-5461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40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24575,'271'0'0,"954"26"0,-535 1 61,6-25-450,-408-3-648,-255 1-5789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41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8 24575,'0'-1'0,"0"1"0,0-1 0,1 1 0,-1 0 0,0-1 0,0 1 0,1-1 0,-1 1 0,0 0 0,1-1 0,-1 1 0,1 0 0,-1 0 0,0-1 0,1 1 0,-1 0 0,1 0 0,-1-1 0,1 1 0,-1 0 0,0 0 0,1 0 0,-1 0 0,1 0 0,-1 0 0,1 0 0,-1 0 0,1 0 0,-1 0 0,1 0 0,-1 0 0,1 0 0,-1 0 0,1 0 0,-1 0 0,1 1 0,0-1 0,21 7 0,4 6 0,-2 1 0,0 1 0,-1 1 0,0 1 0,26 26 0,30 23 0,-64-55 0,-1 1 0,-1 0 0,0 1 0,16 21 0,-23-25 0,1 0 0,-1 1 0,0-1 0,-1 1 0,-1 0 0,1 1 0,-1-1 0,3 16 0,-7-22 0,0 0 0,1-1 0,-2 1 0,1 0 0,0 0 0,-1 0 0,0 0 0,0 0 0,0 0 0,0-1 0,0 1 0,-1 0 0,0-1 0,0 0 0,0 1 0,0-1 0,0 0 0,-1 0 0,1 0 0,-1 0 0,0 0 0,-5 4 0,-7 5 0,-2-1 0,1-1 0,-24 12 0,23-13 0,-443 203 0,404-192-1365,12-6-5461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4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24575,'2283'0'0,"-2236"3"0,0 2 0,66 14 0,-58-8 0,60 4 0,12-2 0,-71-5 0,66 0 0,194-10-1365,-293 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3:46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1 24575,'26'0'0,"0"1"0,-1 2 0,1 1 0,48 13 0,-62-13 0,1 0 0,-1 1 0,0 1 0,0 0 0,-1 0 0,0 1 0,0 1 0,0 0 0,-1 0 0,0 1 0,12 15 0,25 47 0,-27-39 0,-18-30 0,-1 1 0,0-1 0,0 0 0,0 1 0,0-1 0,0 1 0,0-1 0,-1 1 0,1 0 0,-1-1 0,0 1 0,1-1 0,-1 1 0,-1 0 0,1-1 0,0 1 0,-1 0 0,1-1 0,-1 1 0,0-1 0,0 1 0,0-1 0,0 1 0,0-1 0,0 0 0,-1 0 0,1 1 0,-1-1 0,-2 3 0,-5 4 0,0-1 0,0 0 0,0 0 0,-1 0 0,-13 6 0,-207 108 0,72-42 0,34-7 0,-93 47 0,178-105-1365,10-6-5461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0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24575,'271'-11'0,"-71"1"0,1156 3 0,-819 9 0,-518-4 0,-1 1 0,35-9 0,9-2 0,30 2 0,323-51 0,-369 54 0,1 3 0,0 1 0,78 5 0,-25 1 0,-21-3-1365,-57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0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24575,'1'17'0,"1"0"0,0 1 0,1-1 0,1 0 0,1-1 0,0 1 0,1-1 0,1 0 0,0 0 0,2-1 0,-1 0 0,2 0 0,0-1 0,19 21 0,2-3 0,1-1 0,1-2 0,1-1 0,60 36 0,-49-32 0,-33-22 0,2-1 0,-1 0 0,27 12 0,-35-18 0,2-1 0,0 1 0,0 1 0,0-1 0,-1 1 0,7 5 0,-12-8 0,0 0 0,0 0 0,0 0 0,0 0 0,0 0 0,0 0 0,0 0 0,0 0 0,-1 0 0,1 1 0,0-1 0,-1 0 0,1 1 0,-1-1 0,1 0 0,-1 1 0,0-1 0,0 0 0,0 1 0,1-1 0,-1 0 0,0 1 0,-1-1 0,1 1 0,0-1 0,0 0 0,-1 1 0,1-1 0,0 0 0,-1 1 0,0-1 0,1 0 0,-1 0 0,-1 2 0,-7 8 0,0 0 0,-1-1 0,0 0 0,-1-1 0,0 0 0,-1-1 0,1 0 0,-2-1 0,-19 9 0,-11 9 0,-108 67-1365,110-66-5461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0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24575,'798'16'0,"738"-4"0,-973-14 0,-455 2 0,387 16 0,-419-8-1365,-49-6-5461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0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24575,'30'3'0,"-1"1"0,0 0 0,1 3 0,-2 0 0,29 12 0,-14-5 0,-1 1 0,-1 2 0,48 27 0,-1 1 0,211 69 0,-285-110 0,-7-2 0,1 0 0,-1 1 0,1 0 0,-1 0 0,8 5 0,-14-7 0,0-1 0,-1 0 0,1 1 0,-1-1 0,1 1 0,-1-1 0,1 1 0,-1 0 0,1-1 0,-1 1 0,0-1 0,1 1 0,-1 0 0,0-1 0,1 1 0,-1 0 0,0-1 0,0 1 0,0 0 0,1 0 0,-1-1 0,0 1 0,0 0 0,0-1 0,0 1 0,0 0 0,-1 1 0,0 0 0,1 0 0,-1 0 0,0 0 0,0-1 0,-1 1 0,1 0 0,0 0 0,0-1 0,-4 4 0,-37 25 0,42-30 0,-50 27 0,-1-1 0,-84 28 0,-117 23 0,109-36 0,74-21-81,-135 48-1203,185-60-5542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24575,'5'0'0,"1"1"0,0 1 0,-1-1 0,0 1 0,1 0 0,-1 0 0,0 0 0,0 1 0,6 4 0,9 4 0,59 29 0,-1 3 0,-3 4 0,81 65 0,-105-74 0,-26-20 0,32 29 0,-51-41 0,0 0 0,0 0 0,-1 1 0,0 0 0,0 0 0,0 0 0,-1 1 0,0-1 0,4 15 0,-7-20 0,-1 1 0,0-1 0,1 1 0,-1-1 0,0 1 0,0-1 0,-1 1 0,1 0 0,0-1 0,-1 1 0,0-1 0,1 1 0,-1-1 0,0 0 0,0 1 0,-1-1 0,1 0 0,0 0 0,-1 0 0,1 0 0,-1 0 0,0 0 0,0 0 0,0 0 0,-2 1 0,-7 6 0,-1 0 0,0-1 0,-18 8 0,17-8 0,-361 227-1365,351-218-5461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7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24575,'2130'0'0,"-1718"-14"0,7 0 0,377 15-1365,-773-1-5461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19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24575,'5'1'0,"0"1"0,1 0 0,-1 0 0,0 0 0,0 1 0,0-1 0,-1 1 0,1 1 0,-1-1 0,6 5 0,11 8 0,49 30 0,29 18 0,-76-51 0,262 161 0,-281-172 0,-1 0 0,0 0 0,0 0 0,0 1 0,-1-1 0,1 1 0,-1 0 0,1 0 0,-1 0 0,0 0 0,0 0 0,0 1 0,-1-1 0,1 1 0,-1-1 0,0 1 0,1-1 0,-2 1 0,1 0 0,0-1 0,-1 7 0,0-5 0,-1-1 0,-1 1 0,1-1 0,0 0 0,-1 0 0,0 1 0,0-1 0,0 0 0,-1-1 0,1 1 0,-1 0 0,0-1 0,0 1 0,0-1 0,-1 0 0,1 0 0,-8 4 0,-303 197 132,40-29-1629,250-158-5329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23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24575,'0'2924'0,"-18"-2547"0,9-237 0,-2 14 0,-5 122 0,17 697 0,-1-968 0,0 1 0,0-1 0,1 1 0,-1-1 0,1 1 0,1-1 0,-1 0 0,5 11 0,-5-13 0,1 0 0,1 0 0,-1 0 0,0-1 0,1 1 0,-1-1 0,1 1 0,0-1 0,0 0 0,0 0 0,0 0 0,0 0 0,0-1 0,1 1 0,5 1 0,22 6 0,0-1 0,1-2 0,0-1 0,54 1 0,-26-2 0,521 22 0,9-27 0,-220-1 0,1073 2-1365,-1410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26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24575,'1019'-16'0,"38"6"0,-707 37 0,-150-6 0,698 12 0,-134-34 0,-760 1 0,0 0 0,1 0 0,-1 0 0,0 1 0,0-1 0,0 1 0,0 0 0,0 0 0,0 1 0,0-1 0,6 4 0,-7-3 0,-1 0 0,0 1 0,0-1 0,0 0 0,0 0 0,-1 1 0,1 0 0,-1-1 0,1 1 0,-1 0 0,0-1 0,0 1 0,0 0 0,0 0 0,-1 0 0,1 0 0,0 5 0,3 57 0,-5 120 0,-3-76 0,2 859 0,3-563 0,-10-211 0,-47 268 0,-3 20 0,36-174 0,-12 191 0,28 218 16,9-418-1397,-2-273-5445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27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24575,'848'0'-1365,"-826"0"-5461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3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3312 27 24575,'-458'-16'0,"-66"6"0,-29 58 0,361-27 0,-30 2 0,-457 56 0,547-60 0,-249 27 0,336-42-682,-58 11-1,81-10-6143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31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24575,'-4'-1'0,"-7"1"0,-5 0 0,-5 0 0,-3 0 0,-2 0 0,-1 0 0,-1 0 0,1 0 0,4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45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24575,'511'-14'0,"-45"0"0,1020 15 0,-1414 3 0,91 22 0,-65-7 0,-90-18-59,180 40-1247,-169-35-5520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4:46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24575,'254'139'0,"-15"-8"0,-205-109 0,76 53 0,-93-61 0,0 0 0,-1 2 0,-1 0 0,17 23 0,-28-34 0,0 0 0,-1 1 0,0-1 0,0 1 0,0 0 0,-1 0 0,1 0 0,-1 0 0,0 1 0,0 0 0,-1-1 0,1 1 0,-1 0 0,0 0 0,-1 0 0,1 0 0,-1 0 0,0 0 0,0 0 0,-1-1 0,1 1 0,-1 0 0,0 0 0,0 0 0,-1 0 0,0-1 0,0 1 0,0-1 0,0 0 0,-1 0 0,1 0 0,-1 0 0,-7 10 0,-6 5 0,-1-1 0,0-1 0,-1-2 0,-38 30 0,-84 42 0,102-66-273,0-3 0,-1-2 0,0-3 0,-65 14 0,78-26-6553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5:0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24575,'345'-14'0,"-97"1"0,-62 7 0,408-7 0,-398 23 0,61-4 0,-183-8 0,0 3 0,81 12 0,-86-1-44,-19-2-616,63 3-1,-98-13-6165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1:45:0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24575,'10'1'0,"0"1"0,0 0 0,-1 0 0,1 1 0,-1 0 0,16 7 0,-5-2 0,31 11 0,-2 1 0,92 53 0,-76-27 0,-64-46 0,0 1 0,-1-1 0,1 0 0,0 1 0,-1-1 0,1 1 0,0-1 0,-1 1 0,1 0 0,-1-1 0,1 1 0,-1 0 0,1-1 0,-1 1 0,1 0 0,-1 0 0,0-1 0,1 1 0,-1 0 0,0 0 0,0-1 0,0 1 0,0 0 0,1 0 0,-1 0 0,0 0 0,0-1 0,0 1 0,-1 0 0,1 0 0,0 0 0,0 0 0,0-1 0,-1 1 0,1 0 0,0 0 0,-1-1 0,1 1 0,-1 1 0,-2 1 0,0 0 0,0 0 0,-1 0 0,1-1 0,0 1 0,-9 3 0,-17 10 0,-1-2 0,-1-1 0,-38 11 0,-100 19 0,135-35 0,-3 1-1365,9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1:3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24575,'184'-10'0,"-49"0"0,875 5 0,-728 17 0,118 2 0,212-15 0,-587 3 0,0 1 0,0 1 0,29 8 0,-23-4 0,73 17 0,-49-10 0,1-2 0,1-3 0,111 6 0,-96-17-1365,-42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1:3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24575,'6'10'0,"0"-1"0,1 0 0,0 0 0,1 0 0,0-1 0,0-1 0,12 10 0,6 5 0,338 290 0,-288-249 0,-72-60 0,-1-1 0,0 1 0,0 0 0,0 0 0,0 0 0,-1 1 0,5 6 0,-7-9 0,1 0 0,-1 1 0,1-1 0,-1 1 0,0-1 0,0 1 0,0-1 0,0 1 0,0-1 0,0 0 0,0 1 0,0-1 0,0 1 0,-1-1 0,1 1 0,-1-1 0,1 0 0,-1 1 0,0-1 0,1 0 0,-1 1 0,0-1 0,0 0 0,0 0 0,-1 2 0,-21 21 0,-1 0 0,-1-1 0,0-1 0,-58 35 0,-23 20 0,28-13 0,-152 132 0,216-184-1365,2-2-5461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0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24575,'350'-2'0,"390"4"0,-421 11 0,104 1 0,844-15-1365,-1213 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05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 24575,'16'0'0,"0"2"0,0 0 0,0 1 0,-1 0 0,20 7 0,74 34 0,-58-22 0,67 26 0,-2 5 0,202 128 0,-282-160 0,-36-21 0,0 0 0,0 0 0,0 0 0,-1 0 0,1 0 0,0 0 0,0 0 0,0 0 0,0 0 0,-1 0 0,1 0 0,0 0 0,0 0 0,0 0 0,-1 1 0,1-1 0,0 0 0,0 0 0,0 0 0,0 0 0,0 0 0,-1 0 0,1 0 0,0 1 0,0-1 0,0 0 0,0 0 0,0 0 0,0 0 0,0 1 0,-1-1 0,1 0 0,0 0 0,0 0 0,0 0 0,0 1 0,0-1 0,0 0 0,0 0 0,0 0 0,0 1 0,0-1 0,0 0 0,0 0 0,0 0 0,0 0 0,0 1 0,0-1 0,1 0 0,-1 0 0,0 0 0,0 0 0,0 1 0,0-1 0,0 0 0,0 0 0,0 0 0,0 0 0,1 1 0,-1-1 0,0 0 0,0 0 0,0 0 0,0 0 0,1 0 0,-1 0 0,0 0 0,0 0 0,-23 6 0,22-6 0,-399 68 0,76-14 0,-96 22-1365,391-70-5461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0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24575,'25'1'0,"0"1"0,27 6 0,12 2 0,965 68-201,-582-50-352,-334-20 553,553 14 0,-617-26 157,0-1 0,0-3 0,66-19 1,-20 6-120,1 4 1,143-6 0,-126 13-30,102-5-1374,-170 13-5461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0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24575,'22'19'0,"1"-2"0,1 0 0,37 19 0,-20-13 0,524 305 0,-541-315 0,16 11 0,-40-23 0,0-1 0,1 1 0,-1-1 0,0 1 0,1-1 0,-1 1 0,0-1 0,0 1 0,1-1 0,-1 1 0,0-1 0,0 1 0,0-1 0,0 1 0,0-1 0,0 1 0,0-1 0,0 1 0,0 0 0,0-1 0,0 1 0,0-1 0,0 1 0,0-1 0,0 1 0,-1-1 0,1 1 0,0-1 0,0 1 0,-1-1 0,1 1 0,0-1 0,-1 1 0,1-1 0,0 0 0,-1 1 0,1-1 0,-1 1 0,1-1 0,0 0 0,-1 0 0,1 1 0,-1-1 0,1 0 0,-1 0 0,1 1 0,-1-1 0,0 0 0,-33 16 0,29-14 0,-228 80 120,191-70-491,-1-3-1,0-1 1,-72 2 0,75-9-6455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17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2:14:28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16EC5-15A3-C8AA-F325-87569DC2F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E5301C-9348-E6FB-60BC-7310FC0FC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7EB80-405E-0E0D-DF5D-52877400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8B0876-16F7-5EDC-21D1-1994D5CB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125090-37FD-C12B-FE43-D9B435D3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42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EEFE5-2423-0D09-1F69-602634C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4A8AE-07FB-032A-2105-B8B312F5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19A81-A6E2-D4DE-BA24-979B45D4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A9213-91FD-D16B-2241-543C0062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25A28-6EB7-0A7A-54A8-63B38F80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85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B9568-D3FB-968D-6478-D178E5B5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2ADC8C-BBE1-CB53-8D2E-E668D019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9B7987-97EF-1842-E8ED-1EAC1EEF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41569-2A5E-7AF1-FDE3-320965DE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C42F4-21E3-3B3F-7D96-B09CA9B8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20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8CC2-F72F-0883-69BB-3C46DBB9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C6899-E6A2-F012-7B41-6EA21E92A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37702-5549-892F-97C7-1908E3161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9E6434-ED28-1BF5-767A-B0594BBF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2C0A5B-F05E-171A-9B91-94D28FAF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23157D-E402-A7E2-89AF-DA225E87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68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EC770-79FF-F7F9-C2A0-9261DFFE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820984-0320-32C3-8DC5-42E879625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A67C77-309A-2DFB-B5B3-7D59FC364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D606B4-A50F-3EA3-D177-12482F941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247FC1-EA76-3701-8EC9-17538D10D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53997C-9EDF-0B89-E059-C7361956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B4D56C-5044-BC11-072E-E8C6ADAD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904A51-6C28-3441-E2A4-1D2DA4EE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5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D608D-7428-B923-88C8-9B895818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CEC28E-6812-78B6-5759-3D90A13D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AFE74-B7AA-4D6A-9EA0-B800F75F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85FDBD-99E4-D063-6937-A0F41A92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42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1D5C8A-33C0-6E95-0456-D41A57BC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CE1EAE-5989-833D-B339-E53D8825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A0E159-64E5-AA2D-1536-D43FF061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5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F108C-A15F-B404-F81C-8EB204D9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AA01D-15FF-3C25-9CB4-3C034B4C7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BF349E-3FEC-60E7-581F-369CBE902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095FF-9844-413C-516B-C765DFAF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3224A-07D9-4564-3C6F-E4EC7FD4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1DC92-1FF4-1D49-427D-2372688E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63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E9AAD-EB64-A9CE-4B27-C0B8D61CE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930EC4-F330-E3EB-9DF5-BCA0D2D25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BD0EF1-21F5-27AF-C0CE-274EF1587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0EB3E-C45D-BDDE-4772-A22D00B8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B6405B-5F03-1EF3-74F3-CB26444A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6FA99F-0DCD-CB32-0380-BBF9E735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9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BCED7-0485-CF9B-20ED-81ED69B2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C8D151-3E83-2558-0CFD-1213EBA31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8518F-B043-6C72-B0C5-1203AB6E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8A299-5B3D-F5E0-3D23-2657451F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450A3C-DCC7-E94B-25D2-50C09526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2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6DC957-E540-A184-723E-493D887B2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A069C0-060B-2132-CD94-612525B3F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F687EF-FBAA-E47E-A447-5EFC4492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B79387-2019-FD65-ADA1-026ECFE9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68E578-AC90-7F06-2BC3-56719923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0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1C9D4A-89B6-14DB-CF38-EAD04350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472F78-8DC1-C2FF-B780-17C6250B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39F783-E325-D81B-02DD-6979ADAEA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72EB9-B517-4B3F-9095-985022C594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5E4EC-F6DE-5720-B0EC-41F469AB7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E0B6E-7312-D6F7-1C2A-7A5847C9B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5F3B6-CF09-4456-8F8A-F68D0E4DD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06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CA2C82A-17A3-2B19-15E3-243B1B88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802" y="2007797"/>
            <a:ext cx="5274310" cy="33375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DA9C171-E036-ADCC-BD8E-FD8A6D1BB7E1}"/>
              </a:ext>
            </a:extLst>
          </p:cNvPr>
          <p:cNvSpPr txBox="1"/>
          <p:nvPr/>
        </p:nvSpPr>
        <p:spPr>
          <a:xfrm>
            <a:off x="760888" y="1635241"/>
            <a:ext cx="4104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需求：串口发送采集指令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Adc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进行大量采集存储在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系统中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按键按下之后进行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的数据输出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fifo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保证数据的顺序无错误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输出给串口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415BC-C247-6969-3F11-7740DB24B5BA}"/>
              </a:ext>
            </a:extLst>
          </p:cNvPr>
          <p:cNvSpPr txBox="1"/>
          <p:nvPr/>
        </p:nvSpPr>
        <p:spPr>
          <a:xfrm>
            <a:off x="3910117" y="614050"/>
            <a:ext cx="437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基于片上存储器的</a:t>
            </a:r>
            <a:r>
              <a:rPr lang="en-US" altLang="zh-CN" dirty="0" err="1"/>
              <a:t>adc</a:t>
            </a:r>
            <a:r>
              <a:rPr lang="zh-CN" altLang="en-US" dirty="0"/>
              <a:t>数据采集存储系统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AC4838-C913-7902-C500-B6B048DF5FFC}"/>
              </a:ext>
            </a:extLst>
          </p:cNvPr>
          <p:cNvSpPr txBox="1"/>
          <p:nvPr/>
        </p:nvSpPr>
        <p:spPr>
          <a:xfrm>
            <a:off x="6096000" y="1340285"/>
            <a:ext cx="580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逻辑框图</a:t>
            </a:r>
          </a:p>
        </p:txBody>
      </p:sp>
    </p:spTree>
    <p:extLst>
      <p:ext uri="{BB962C8B-B14F-4D97-AF65-F5344CB8AC3E}">
        <p14:creationId xmlns:p14="http://schemas.microsoft.com/office/powerpoint/2010/main" val="255268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E3DD02-6A64-04DB-A920-A6ED5FFF3343}"/>
              </a:ext>
            </a:extLst>
          </p:cNvPr>
          <p:cNvSpPr txBox="1"/>
          <p:nvPr/>
        </p:nvSpPr>
        <p:spPr>
          <a:xfrm>
            <a:off x="789139" y="582460"/>
            <a:ext cx="450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模块一：串口发送数据格式、指令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FA3221-89AF-C0E5-B724-0B33FFAC876B}"/>
              </a:ext>
            </a:extLst>
          </p:cNvPr>
          <p:cNvSpPr txBox="1"/>
          <p:nvPr/>
        </p:nvSpPr>
        <p:spPr>
          <a:xfrm>
            <a:off x="695195" y="1321496"/>
            <a:ext cx="5586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发送的数据格式 </a:t>
            </a:r>
            <a:r>
              <a:rPr lang="en-US" altLang="zh-CN" dirty="0"/>
              <a:t>ff + a0 + xx + ff</a:t>
            </a:r>
          </a:p>
          <a:p>
            <a:r>
              <a:rPr lang="zh-CN" altLang="en-US" dirty="0"/>
              <a:t>其中 </a:t>
            </a:r>
            <a:r>
              <a:rPr lang="en-US" altLang="zh-CN" dirty="0"/>
              <a:t>ff a0 </a:t>
            </a:r>
            <a:r>
              <a:rPr lang="zh-CN" altLang="en-US" dirty="0"/>
              <a:t>为校验数据</a:t>
            </a:r>
            <a:endParaRPr lang="en-US" altLang="zh-CN" dirty="0"/>
          </a:p>
          <a:p>
            <a:r>
              <a:rPr lang="en-US" altLang="zh-CN" dirty="0"/>
              <a:t>xx </a:t>
            </a:r>
            <a:r>
              <a:rPr lang="zh-CN" altLang="en-US" dirty="0"/>
              <a:t>为采集数量</a:t>
            </a:r>
            <a:endParaRPr lang="en-US" altLang="zh-CN" dirty="0"/>
          </a:p>
          <a:p>
            <a:r>
              <a:rPr lang="en-US" altLang="zh-CN" dirty="0"/>
              <a:t>ff </a:t>
            </a:r>
            <a:r>
              <a:rPr lang="zh-CN" altLang="en-US" dirty="0"/>
              <a:t>为结尾校验数据</a:t>
            </a: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27DBC9-2433-0A10-1DA6-C4C7E5CE7737}"/>
              </a:ext>
            </a:extLst>
          </p:cNvPr>
          <p:cNvSpPr/>
          <p:nvPr/>
        </p:nvSpPr>
        <p:spPr>
          <a:xfrm>
            <a:off x="5562600" y="1718637"/>
            <a:ext cx="2695575" cy="3420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5531D6-16B3-E8ED-3307-E3459D53F81D}"/>
              </a:ext>
            </a:extLst>
          </p:cNvPr>
          <p:cNvSpPr txBox="1"/>
          <p:nvPr/>
        </p:nvSpPr>
        <p:spPr>
          <a:xfrm>
            <a:off x="5780633" y="2047429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5CF622-32A6-1E5A-3DF4-1320B13E8548}"/>
              </a:ext>
            </a:extLst>
          </p:cNvPr>
          <p:cNvSpPr txBox="1"/>
          <p:nvPr/>
        </p:nvSpPr>
        <p:spPr>
          <a:xfrm>
            <a:off x="5799682" y="2745553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rx</a:t>
            </a:r>
            <a:endParaRPr lang="en-US" altLang="zh-CN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91EFE63-6656-A02F-2992-9E0C9A517F98}"/>
              </a:ext>
            </a:extLst>
          </p:cNvPr>
          <p:cNvCxnSpPr>
            <a:cxnSpLocks/>
          </p:cNvCxnSpPr>
          <p:nvPr/>
        </p:nvCxnSpPr>
        <p:spPr>
          <a:xfrm>
            <a:off x="4558821" y="2232095"/>
            <a:ext cx="9525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FA0656F-CF5C-F2E9-0A6F-42A20B59298A}"/>
              </a:ext>
            </a:extLst>
          </p:cNvPr>
          <p:cNvCxnSpPr>
            <a:cxnSpLocks/>
          </p:cNvCxnSpPr>
          <p:nvPr/>
        </p:nvCxnSpPr>
        <p:spPr>
          <a:xfrm>
            <a:off x="4673121" y="3003440"/>
            <a:ext cx="8572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3E869B-2B5D-1673-8EEE-D617F9D1829F}"/>
              </a:ext>
            </a:extLst>
          </p:cNvPr>
          <p:cNvCxnSpPr>
            <a:cxnSpLocks/>
          </p:cNvCxnSpPr>
          <p:nvPr/>
        </p:nvCxnSpPr>
        <p:spPr>
          <a:xfrm>
            <a:off x="8258175" y="2232095"/>
            <a:ext cx="971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65EE082-E94B-3D13-BB25-AD4885592933}"/>
              </a:ext>
            </a:extLst>
          </p:cNvPr>
          <p:cNvCxnSpPr>
            <a:cxnSpLocks/>
          </p:cNvCxnSpPr>
          <p:nvPr/>
        </p:nvCxnSpPr>
        <p:spPr>
          <a:xfrm>
            <a:off x="8258174" y="2897773"/>
            <a:ext cx="971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F86CDAF-AF92-0BD2-3955-2AC96FF5BEF2}"/>
              </a:ext>
            </a:extLst>
          </p:cNvPr>
          <p:cNvSpPr txBox="1"/>
          <p:nvPr/>
        </p:nvSpPr>
        <p:spPr>
          <a:xfrm>
            <a:off x="7096125" y="2047429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Out_data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C04FCB-D0F8-03E5-F5BE-18752B3F5D60}"/>
              </a:ext>
            </a:extLst>
          </p:cNvPr>
          <p:cNvSpPr txBox="1"/>
          <p:nvPr/>
        </p:nvSpPr>
        <p:spPr>
          <a:xfrm>
            <a:off x="6800851" y="2778554"/>
            <a:ext cx="145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Out_done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8DC51A-04B4-6BEE-8021-D3A698F14002}"/>
              </a:ext>
            </a:extLst>
          </p:cNvPr>
          <p:cNvSpPr txBox="1"/>
          <p:nvPr/>
        </p:nvSpPr>
        <p:spPr>
          <a:xfrm>
            <a:off x="695194" y="2891157"/>
            <a:ext cx="2623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 </a:t>
            </a:r>
            <a:r>
              <a:rPr lang="en-US" altLang="zh-CN" dirty="0"/>
              <a:t>done </a:t>
            </a:r>
            <a:r>
              <a:rPr lang="zh-CN" altLang="en-US" dirty="0"/>
              <a:t>的数据计数接收了多少次 接收 </a:t>
            </a:r>
            <a:r>
              <a:rPr lang="en-US" altLang="zh-CN" dirty="0"/>
              <a:t>4</a:t>
            </a:r>
            <a:r>
              <a:rPr lang="zh-CN" altLang="en-US" dirty="0"/>
              <a:t>次产生一帧数据 </a:t>
            </a:r>
            <a:r>
              <a:rPr lang="en-US" altLang="zh-CN" dirty="0"/>
              <a:t>32</a:t>
            </a:r>
            <a:r>
              <a:rPr lang="zh-CN" altLang="en-US" dirty="0"/>
              <a:t>位 </a:t>
            </a:r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EC87EB87-DB84-247C-2AB2-4F6826C30BA0}"/>
              </a:ext>
            </a:extLst>
          </p:cNvPr>
          <p:cNvSpPr/>
          <p:nvPr/>
        </p:nvSpPr>
        <p:spPr>
          <a:xfrm>
            <a:off x="9296400" y="1718637"/>
            <a:ext cx="1252734" cy="342072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C6CA455-C0F7-617F-B7F6-0D6CA978FBF6}"/>
              </a:ext>
            </a:extLst>
          </p:cNvPr>
          <p:cNvCxnSpPr>
            <a:cxnSpLocks/>
          </p:cNvCxnSpPr>
          <p:nvPr/>
        </p:nvCxnSpPr>
        <p:spPr>
          <a:xfrm>
            <a:off x="10549134" y="2790698"/>
            <a:ext cx="971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E3AC47F-1B9D-2DA0-FFD1-F52CB65A9AED}"/>
              </a:ext>
            </a:extLst>
          </p:cNvPr>
          <p:cNvCxnSpPr>
            <a:cxnSpLocks/>
          </p:cNvCxnSpPr>
          <p:nvPr/>
        </p:nvCxnSpPr>
        <p:spPr>
          <a:xfrm>
            <a:off x="10549134" y="2206139"/>
            <a:ext cx="971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E32CF-F9D7-EC47-21C0-E316133789D0}"/>
              </a:ext>
            </a:extLst>
          </p:cNvPr>
          <p:cNvSpPr txBox="1"/>
          <p:nvPr/>
        </p:nvSpPr>
        <p:spPr>
          <a:xfrm>
            <a:off x="9610725" y="2047429"/>
            <a:ext cx="938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Shift_data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F8CE9D-A8D4-F03F-B3EA-9BD3A7F472AA}"/>
              </a:ext>
            </a:extLst>
          </p:cNvPr>
          <p:cNvSpPr txBox="1"/>
          <p:nvPr/>
        </p:nvSpPr>
        <p:spPr>
          <a:xfrm>
            <a:off x="9705975" y="2680274"/>
            <a:ext cx="938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Cmd_done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887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24D230-BD77-825C-80A0-1A9B2D1A46B0}"/>
              </a:ext>
            </a:extLst>
          </p:cNvPr>
          <p:cNvSpPr txBox="1"/>
          <p:nvPr/>
        </p:nvSpPr>
        <p:spPr>
          <a:xfrm>
            <a:off x="885826" y="504825"/>
            <a:ext cx="447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模块二：</a:t>
            </a:r>
            <a:r>
              <a:rPr lang="en-US" altLang="zh-CN" dirty="0" err="1"/>
              <a:t>adc</a:t>
            </a:r>
            <a:r>
              <a:rPr lang="zh-CN" altLang="en-US" dirty="0"/>
              <a:t>采集 以及检测次数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26CB56-FEAC-666B-0317-DF6A03785418}"/>
              </a:ext>
            </a:extLst>
          </p:cNvPr>
          <p:cNvSpPr txBox="1"/>
          <p:nvPr/>
        </p:nvSpPr>
        <p:spPr>
          <a:xfrm>
            <a:off x="632267" y="1151766"/>
            <a:ext cx="6749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 是</a:t>
            </a:r>
            <a:r>
              <a:rPr lang="en-US" altLang="zh-CN" dirty="0"/>
              <a:t>1 </a:t>
            </a:r>
            <a:r>
              <a:rPr lang="zh-CN" altLang="en-US" dirty="0"/>
              <a:t>发送完成信号  </a:t>
            </a:r>
            <a:r>
              <a:rPr lang="en-US" altLang="zh-CN" dirty="0"/>
              <a:t>2</a:t>
            </a:r>
            <a:r>
              <a:rPr lang="zh-CN" altLang="en-US" dirty="0"/>
              <a:t>串口数据</a:t>
            </a:r>
            <a:r>
              <a:rPr lang="en-US" altLang="zh-CN" dirty="0"/>
              <a:t> 3</a:t>
            </a:r>
            <a:r>
              <a:rPr lang="zh-CN" altLang="en-US" dirty="0"/>
              <a:t>按键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 </a:t>
            </a:r>
            <a:r>
              <a:rPr lang="en-US" altLang="zh-CN" dirty="0"/>
              <a:t>1 </a:t>
            </a:r>
            <a:r>
              <a:rPr lang="zh-CN" altLang="en-US" dirty="0"/>
              <a:t>采样数量 </a:t>
            </a:r>
            <a:r>
              <a:rPr lang="en-US" altLang="zh-CN" dirty="0"/>
              <a:t>2 </a:t>
            </a:r>
            <a:r>
              <a:rPr lang="en-US" altLang="zh-CN" dirty="0" err="1"/>
              <a:t>adc</a:t>
            </a:r>
            <a:r>
              <a:rPr lang="en-US" altLang="zh-CN" dirty="0"/>
              <a:t> </a:t>
            </a:r>
            <a:r>
              <a:rPr lang="zh-CN" altLang="en-US" dirty="0"/>
              <a:t>采样值 </a:t>
            </a:r>
            <a:r>
              <a:rPr lang="en-US" altLang="zh-CN" dirty="0"/>
              <a:t>3 </a:t>
            </a:r>
            <a:r>
              <a:rPr lang="zh-CN" altLang="en-US" dirty="0"/>
              <a:t>单次采样完成标准</a:t>
            </a:r>
            <a:endParaRPr lang="en-US" altLang="zh-CN" dirty="0"/>
          </a:p>
          <a:p>
            <a:r>
              <a:rPr lang="en-US" altLang="zh-CN" dirty="0"/>
              <a:t>       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25EB51-22DF-209A-A1DE-49A889D5E3DD}"/>
                  </a:ext>
                </a:extLst>
              </p14:cNvPr>
              <p14:cNvContentPartPr/>
              <p14:nvPr/>
            </p14:nvContentPartPr>
            <p14:xfrm>
              <a:off x="2137516" y="6232424"/>
              <a:ext cx="2125080" cy="3362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25EB51-22DF-209A-A1DE-49A889D5E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1396" y="6226304"/>
                <a:ext cx="21373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1EAAD84-71C5-0800-8EF9-1CC2AF245D97}"/>
                  </a:ext>
                </a:extLst>
              </p14:cNvPr>
              <p14:cNvContentPartPr/>
              <p14:nvPr/>
            </p14:nvContentPartPr>
            <p14:xfrm>
              <a:off x="2037990" y="140970"/>
              <a:ext cx="14040" cy="115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1EAAD84-71C5-0800-8EF9-1CC2AF245D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8990" y="87330"/>
                <a:ext cx="31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C665B32A-E59F-4973-B0FB-5DCF14DDF25A}"/>
                  </a:ext>
                </a:extLst>
              </p14:cNvPr>
              <p14:cNvContentPartPr/>
              <p14:nvPr/>
            </p14:nvContentPartPr>
            <p14:xfrm>
              <a:off x="1004596" y="4060544"/>
              <a:ext cx="1037520" cy="2880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C665B32A-E59F-4973-B0FB-5DCF14DDF2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8476" y="4054424"/>
                <a:ext cx="10497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5865ED1F-B38A-85FE-6727-EDEDCC5B5DC8}"/>
                  </a:ext>
                </a:extLst>
              </p14:cNvPr>
              <p14:cNvContentPartPr/>
              <p14:nvPr/>
            </p14:nvContentPartPr>
            <p14:xfrm>
              <a:off x="1891636" y="3937064"/>
              <a:ext cx="212040" cy="32040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5865ED1F-B38A-85FE-6727-EDEDCC5B5D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5516" y="3930584"/>
                <a:ext cx="224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183C9DC1-47DB-ADC7-D092-9EC2497A5409}"/>
                  </a:ext>
                </a:extLst>
              </p14:cNvPr>
              <p14:cNvContentPartPr/>
              <p14:nvPr/>
            </p14:nvContentPartPr>
            <p14:xfrm>
              <a:off x="4300036" y="4365104"/>
              <a:ext cx="1486080" cy="3852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183C9DC1-47DB-ADC7-D092-9EC2497A54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93916" y="4358984"/>
                <a:ext cx="14983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9BDD6821-D419-918B-61EE-70B6C46624C5}"/>
                  </a:ext>
                </a:extLst>
              </p14:cNvPr>
              <p14:cNvContentPartPr/>
              <p14:nvPr/>
            </p14:nvContentPartPr>
            <p14:xfrm>
              <a:off x="4643116" y="3631424"/>
              <a:ext cx="733680" cy="2988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9BDD6821-D419-918B-61EE-70B6C46624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36996" y="3625304"/>
                <a:ext cx="745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A0DB7679-B62E-8552-C7E1-C008FBDB32EC}"/>
                  </a:ext>
                </a:extLst>
              </p14:cNvPr>
              <p14:cNvContentPartPr/>
              <p14:nvPr/>
            </p14:nvContentPartPr>
            <p14:xfrm>
              <a:off x="5045555" y="6418346"/>
              <a:ext cx="189342" cy="211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A0DB7679-B62E-8552-C7E1-C008FBDB32E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39436" y="6414759"/>
                <a:ext cx="201581" cy="7385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文本框 71">
            <a:extLst>
              <a:ext uri="{FF2B5EF4-FFF2-40B4-BE49-F238E27FC236}">
                <a16:creationId xmlns:a16="http://schemas.microsoft.com/office/drawing/2014/main" id="{4C33AA7A-5895-3DDE-EC0D-3048D171AEA6}"/>
              </a:ext>
            </a:extLst>
          </p:cNvPr>
          <p:cNvSpPr txBox="1"/>
          <p:nvPr/>
        </p:nvSpPr>
        <p:spPr>
          <a:xfrm>
            <a:off x="2158036" y="3772771"/>
            <a:ext cx="950774" cy="372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</a:t>
            </a:r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0B65CA6-E30F-2D9F-DC1C-2BB0310FCC4A}"/>
              </a:ext>
            </a:extLst>
          </p:cNvPr>
          <p:cNvSpPr txBox="1"/>
          <p:nvPr/>
        </p:nvSpPr>
        <p:spPr>
          <a:xfrm>
            <a:off x="2158036" y="4433324"/>
            <a:ext cx="848880" cy="37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rst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94CBD83-29C2-6F5C-A475-2EE45A3C4917}"/>
              </a:ext>
            </a:extLst>
          </p:cNvPr>
          <p:cNvSpPr txBox="1"/>
          <p:nvPr/>
        </p:nvSpPr>
        <p:spPr>
          <a:xfrm>
            <a:off x="2193571" y="4977312"/>
            <a:ext cx="81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key0</a:t>
            </a:r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C60B3AE-E1BD-1452-2421-76E89AC4D18D}"/>
              </a:ext>
            </a:extLst>
          </p:cNvPr>
          <p:cNvSpPr txBox="1"/>
          <p:nvPr/>
        </p:nvSpPr>
        <p:spPr>
          <a:xfrm>
            <a:off x="2158036" y="5469944"/>
            <a:ext cx="106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Adc_out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01B4159-88B8-AFD3-3E1A-E3FB2D1683A4}"/>
              </a:ext>
            </a:extLst>
          </p:cNvPr>
          <p:cNvSpPr txBox="1"/>
          <p:nvPr/>
        </p:nvSpPr>
        <p:spPr>
          <a:xfrm>
            <a:off x="3451156" y="3785864"/>
            <a:ext cx="848880" cy="37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cs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880F9DB-09F5-9288-C5FC-3CDD46B1A46D}"/>
              </a:ext>
            </a:extLst>
          </p:cNvPr>
          <p:cNvSpPr txBox="1"/>
          <p:nvPr/>
        </p:nvSpPr>
        <p:spPr>
          <a:xfrm>
            <a:off x="3451156" y="4165664"/>
            <a:ext cx="75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sclk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8FED403-3530-D457-B61B-6D01FA35444D}"/>
              </a:ext>
            </a:extLst>
          </p:cNvPr>
          <p:cNvSpPr txBox="1"/>
          <p:nvPr/>
        </p:nvSpPr>
        <p:spPr>
          <a:xfrm>
            <a:off x="3451156" y="4623224"/>
            <a:ext cx="63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din</a:t>
            </a:r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85FA934-52EC-73B5-3AFD-4975B134E19B}"/>
              </a:ext>
            </a:extLst>
          </p:cNvPr>
          <p:cNvSpPr txBox="1"/>
          <p:nvPr/>
        </p:nvSpPr>
        <p:spPr>
          <a:xfrm>
            <a:off x="3364397" y="5773424"/>
            <a:ext cx="71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B06F670-9F85-A6C2-2E44-153EB7B72117}"/>
              </a:ext>
            </a:extLst>
          </p:cNvPr>
          <p:cNvSpPr txBox="1"/>
          <p:nvPr/>
        </p:nvSpPr>
        <p:spPr>
          <a:xfrm>
            <a:off x="2969903" y="6107788"/>
            <a:ext cx="1305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Data_done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8B9ADE4-CB77-5B06-1B0B-5A21D4CE00FB}"/>
              </a:ext>
            </a:extLst>
          </p:cNvPr>
          <p:cNvSpPr txBox="1"/>
          <p:nvPr/>
        </p:nvSpPr>
        <p:spPr>
          <a:xfrm>
            <a:off x="6101864" y="3183685"/>
            <a:ext cx="1478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adc128s102</a:t>
            </a:r>
            <a:endParaRPr lang="zh-CN" altLang="en-US" sz="12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4017FD4-FDC9-E05C-3EB8-210E4F866563}"/>
              </a:ext>
            </a:extLst>
          </p:cNvPr>
          <p:cNvSpPr txBox="1"/>
          <p:nvPr/>
        </p:nvSpPr>
        <p:spPr>
          <a:xfrm>
            <a:off x="5944156" y="3845511"/>
            <a:ext cx="62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cs</a:t>
            </a:r>
            <a:endParaRPr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90C8105-158A-3BF9-C668-C7C26FE7F8BC}"/>
              </a:ext>
            </a:extLst>
          </p:cNvPr>
          <p:cNvSpPr txBox="1"/>
          <p:nvPr/>
        </p:nvSpPr>
        <p:spPr>
          <a:xfrm>
            <a:off x="5979466" y="4211830"/>
            <a:ext cx="62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sclk</a:t>
            </a:r>
            <a:endParaRPr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3452C05-DAE8-BB6D-EE46-72DBEB4432F5}"/>
              </a:ext>
            </a:extLst>
          </p:cNvPr>
          <p:cNvSpPr txBox="1"/>
          <p:nvPr/>
        </p:nvSpPr>
        <p:spPr>
          <a:xfrm>
            <a:off x="5979466" y="4603064"/>
            <a:ext cx="62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din</a:t>
            </a:r>
            <a:endParaRPr lang="zh-CN" altLang="en-US" sz="120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6D8FF43-3F18-C58A-5C6A-AF91D8586925}"/>
              </a:ext>
            </a:extLst>
          </p:cNvPr>
          <p:cNvSpPr txBox="1"/>
          <p:nvPr/>
        </p:nvSpPr>
        <p:spPr>
          <a:xfrm>
            <a:off x="6053956" y="3555824"/>
            <a:ext cx="786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Dout</a:t>
            </a:r>
            <a:endParaRPr lang="en-US" altLang="zh-CN" sz="1200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895969D-C1F5-3DD5-4D4A-4722502B0AED}"/>
              </a:ext>
            </a:extLst>
          </p:cNvPr>
          <p:cNvSpPr txBox="1"/>
          <p:nvPr/>
        </p:nvSpPr>
        <p:spPr>
          <a:xfrm>
            <a:off x="4557496" y="3212939"/>
            <a:ext cx="73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dout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83666EA-E1C7-6166-C218-09EA7606AB7A}"/>
              </a:ext>
            </a:extLst>
          </p:cNvPr>
          <p:cNvSpPr txBox="1"/>
          <p:nvPr/>
        </p:nvSpPr>
        <p:spPr>
          <a:xfrm>
            <a:off x="766546" y="5346644"/>
            <a:ext cx="73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dout</a:t>
            </a:r>
            <a:endParaRPr lang="en-US" altLang="zh-CN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48519F8-A9E4-D01C-D6A0-AEF8C028FFEF}"/>
              </a:ext>
            </a:extLst>
          </p:cNvPr>
          <p:cNvSpPr txBox="1"/>
          <p:nvPr/>
        </p:nvSpPr>
        <p:spPr>
          <a:xfrm>
            <a:off x="3204408" y="5213264"/>
            <a:ext cx="1066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Sample_all</a:t>
            </a:r>
            <a:r>
              <a:rPr lang="en-US" altLang="zh-CN" dirty="0"/>
              <a:t> </a:t>
            </a:r>
            <a:r>
              <a:rPr lang="en-US" altLang="zh-CN" dirty="0" err="1"/>
              <a:t>cnt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AF5872BA-8533-FA2C-34B2-D83E0D2C60BC}"/>
                  </a:ext>
                </a:extLst>
              </p14:cNvPr>
              <p14:cNvContentPartPr/>
              <p14:nvPr/>
            </p14:nvContentPartPr>
            <p14:xfrm>
              <a:off x="9629670" y="6162330"/>
              <a:ext cx="360" cy="36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AF5872BA-8533-FA2C-34B2-D83E0D2C60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20670" y="615369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76C6396-1218-921C-0CAD-E1538C02FBF2}"/>
              </a:ext>
            </a:extLst>
          </p:cNvPr>
          <p:cNvGrpSpPr/>
          <p:nvPr/>
        </p:nvGrpSpPr>
        <p:grpSpPr>
          <a:xfrm>
            <a:off x="885826" y="3429000"/>
            <a:ext cx="6654630" cy="3197208"/>
            <a:chOff x="2085585" y="2253042"/>
            <a:chExt cx="6654630" cy="319720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566F11EB-6093-03BD-F3B5-6F3A627D18B4}"/>
                    </a:ext>
                  </a:extLst>
                </p14:cNvPr>
                <p14:cNvContentPartPr/>
                <p14:nvPr/>
              </p14:nvContentPartPr>
              <p14:xfrm>
                <a:off x="3328275" y="2503706"/>
                <a:ext cx="29520" cy="25815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566F11EB-6093-03BD-F3B5-6F3A627D18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22155" y="2497226"/>
                  <a:ext cx="41760" cy="25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20E35CFF-5970-362C-A650-08562C32B514}"/>
                    </a:ext>
                  </a:extLst>
                </p14:cNvPr>
                <p14:cNvContentPartPr/>
                <p14:nvPr/>
              </p14:nvContentPartPr>
              <p14:xfrm>
                <a:off x="3347355" y="2455826"/>
                <a:ext cx="2155680" cy="29437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20E35CFF-5970-362C-A650-08562C32B5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41235" y="2449706"/>
                  <a:ext cx="2167920" cy="29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02499890-740E-1D0A-5976-054D7F8FE107}"/>
                    </a:ext>
                  </a:extLst>
                </p14:cNvPr>
                <p14:cNvContentPartPr/>
                <p14:nvPr/>
              </p14:nvContentPartPr>
              <p14:xfrm>
                <a:off x="2156835" y="3427106"/>
                <a:ext cx="1153440" cy="2016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02499890-740E-1D0A-5976-054D7F8FE1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50715" y="3420986"/>
                  <a:ext cx="1165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74B0B314-620C-E2B2-FC77-639652EAA382}"/>
                    </a:ext>
                  </a:extLst>
                </p14:cNvPr>
                <p14:cNvContentPartPr/>
                <p14:nvPr/>
              </p14:nvContentPartPr>
              <p14:xfrm>
                <a:off x="3055035" y="3310466"/>
                <a:ext cx="253440" cy="27864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74B0B314-620C-E2B2-FC77-639652EAA3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48915" y="3304346"/>
                  <a:ext cx="265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0859CE2C-FC68-4020-8960-873559A9D44B}"/>
                    </a:ext>
                  </a:extLst>
                </p14:cNvPr>
                <p14:cNvContentPartPr/>
                <p14:nvPr/>
              </p14:nvContentPartPr>
              <p14:xfrm>
                <a:off x="2099595" y="3894026"/>
                <a:ext cx="1189800" cy="2952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0859CE2C-FC68-4020-8960-873559A9D4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93475" y="3887906"/>
                  <a:ext cx="120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6D71366-1AC1-A134-CEF0-A08242DA2145}"/>
                    </a:ext>
                  </a:extLst>
                </p14:cNvPr>
                <p14:cNvContentPartPr/>
                <p14:nvPr/>
              </p14:nvContentPartPr>
              <p14:xfrm>
                <a:off x="3030555" y="3836786"/>
                <a:ext cx="318600" cy="27900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6D71366-1AC1-A134-CEF0-A08242DA21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24435" y="3830666"/>
                  <a:ext cx="330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684981EE-E989-9FCF-99B1-D0E4F2911B92}"/>
                    </a:ext>
                  </a:extLst>
                </p14:cNvPr>
                <p14:cNvContentPartPr/>
                <p14:nvPr/>
              </p14:nvContentPartPr>
              <p14:xfrm>
                <a:off x="2090235" y="4473626"/>
                <a:ext cx="1256400" cy="4932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684981EE-E989-9FCF-99B1-D0E4F2911B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84115" y="4467506"/>
                  <a:ext cx="1268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8098D1D0-C0BF-7D11-9ED9-13A62C71943E}"/>
                    </a:ext>
                  </a:extLst>
                </p14:cNvPr>
                <p14:cNvContentPartPr/>
                <p14:nvPr/>
              </p14:nvContentPartPr>
              <p14:xfrm>
                <a:off x="3137835" y="4293986"/>
                <a:ext cx="187920" cy="30348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8098D1D0-C0BF-7D11-9ED9-13A62C7194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31715" y="4287866"/>
                  <a:ext cx="200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88671A20-1487-A2B8-B830-3CCDDB030ED7}"/>
                    </a:ext>
                  </a:extLst>
                </p14:cNvPr>
                <p14:cNvContentPartPr/>
                <p14:nvPr/>
              </p14:nvContentPartPr>
              <p14:xfrm>
                <a:off x="5517495" y="2815002"/>
                <a:ext cx="1297440" cy="190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88671A20-1487-A2B8-B830-3CCDDB030E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11375" y="2808882"/>
                  <a:ext cx="1309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8FC26C69-B77B-B350-37FE-E3AA13A86BB6}"/>
                    </a:ext>
                  </a:extLst>
                </p14:cNvPr>
                <p14:cNvContentPartPr/>
                <p14:nvPr/>
              </p14:nvContentPartPr>
              <p14:xfrm>
                <a:off x="6653295" y="2739042"/>
                <a:ext cx="353160" cy="25560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8FC26C69-B77B-B350-37FE-E3AA13A86B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47175" y="2732922"/>
                  <a:ext cx="365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ED873B93-DA9F-4D08-E857-22EFF236FC0D}"/>
                    </a:ext>
                  </a:extLst>
                </p14:cNvPr>
                <p14:cNvContentPartPr/>
                <p14:nvPr/>
              </p14:nvContentPartPr>
              <p14:xfrm>
                <a:off x="6851295" y="3110202"/>
                <a:ext cx="236520" cy="29700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ED873B93-DA9F-4D08-E857-22EFF236FC0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45175" y="3104082"/>
                  <a:ext cx="248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F6A82B9-55A0-9805-4BA4-76A20EFF6D4A}"/>
                    </a:ext>
                  </a:extLst>
                </p14:cNvPr>
                <p14:cNvContentPartPr/>
                <p14:nvPr/>
              </p14:nvContentPartPr>
              <p14:xfrm>
                <a:off x="5508135" y="3576402"/>
                <a:ext cx="1361160" cy="1080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F6A82B9-55A0-9805-4BA4-76A20EFF6D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02015" y="3570282"/>
                  <a:ext cx="1373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47C4F554-FCA1-B4B1-A23E-37CBC943BB79}"/>
                    </a:ext>
                  </a:extLst>
                </p14:cNvPr>
                <p14:cNvContentPartPr/>
                <p14:nvPr/>
              </p14:nvContentPartPr>
              <p14:xfrm>
                <a:off x="6724935" y="3396042"/>
                <a:ext cx="237960" cy="32004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47C4F554-FCA1-B4B1-A23E-37CBC943BB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18815" y="3389922"/>
                  <a:ext cx="250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A8AE2A1D-FE17-97D6-2282-BDD246BEB852}"/>
                    </a:ext>
                  </a:extLst>
                </p14:cNvPr>
                <p14:cNvContentPartPr/>
                <p14:nvPr/>
              </p14:nvContentPartPr>
              <p14:xfrm>
                <a:off x="7155495" y="2253042"/>
                <a:ext cx="1206360" cy="180216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A8AE2A1D-FE17-97D6-2282-BDD246BEB8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49375" y="2246922"/>
                  <a:ext cx="1218600" cy="18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2894C002-84E4-DE42-4066-588FF3C04ED3}"/>
                    </a:ext>
                  </a:extLst>
                </p14:cNvPr>
                <p14:cNvContentPartPr/>
                <p14:nvPr/>
              </p14:nvContentPartPr>
              <p14:xfrm>
                <a:off x="7165575" y="2300562"/>
                <a:ext cx="1574640" cy="175104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2894C002-84E4-DE42-4066-588FF3C04E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59455" y="2294442"/>
                  <a:ext cx="1586880" cy="17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A3A3AC95-2222-D493-BBEC-F2609EB67775}"/>
                    </a:ext>
                  </a:extLst>
                </p14:cNvPr>
                <p14:cNvContentPartPr/>
                <p14:nvPr/>
              </p14:nvContentPartPr>
              <p14:xfrm>
                <a:off x="8365815" y="4063122"/>
                <a:ext cx="313560" cy="36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A3A3AC95-2222-D493-BBEC-F2609EB677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59695" y="4056642"/>
                  <a:ext cx="325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FF44FA52-3E33-8D4E-7EF9-C785A351C0CD}"/>
                    </a:ext>
                  </a:extLst>
                </p14:cNvPr>
                <p14:cNvContentPartPr/>
                <p14:nvPr/>
              </p14:nvContentPartPr>
              <p14:xfrm>
                <a:off x="6002055" y="2405682"/>
                <a:ext cx="1192680" cy="9396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FF44FA52-3E33-8D4E-7EF9-C785A351C0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5935" y="2399562"/>
                  <a:ext cx="120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AE71A93B-2BB5-0F5D-81E0-7C9E77AE2173}"/>
                    </a:ext>
                  </a:extLst>
                </p14:cNvPr>
                <p14:cNvContentPartPr/>
                <p14:nvPr/>
              </p14:nvContentPartPr>
              <p14:xfrm>
                <a:off x="6005295" y="2481642"/>
                <a:ext cx="74880" cy="36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AE71A93B-2BB5-0F5D-81E0-7C9E77AE21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9175" y="2475522"/>
                  <a:ext cx="87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2B40CBA5-82DA-4816-83F6-3AB868B8C487}"/>
                    </a:ext>
                  </a:extLst>
                </p14:cNvPr>
                <p14:cNvContentPartPr/>
                <p14:nvPr/>
              </p14:nvContentPartPr>
              <p14:xfrm>
                <a:off x="5451570" y="4804402"/>
                <a:ext cx="1084336" cy="3564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2B40CBA5-82DA-4816-83F6-3AB868B8C4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45452" y="4798282"/>
                  <a:ext cx="1096572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9D40A74D-86DA-D0E0-3431-E41C1FBD34D9}"/>
                    </a:ext>
                  </a:extLst>
                </p14:cNvPr>
                <p14:cNvContentPartPr/>
                <p14:nvPr/>
              </p14:nvContentPartPr>
              <p14:xfrm>
                <a:off x="6375711" y="4680922"/>
                <a:ext cx="277584" cy="36540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9D40A74D-86DA-D0E0-3431-E41C1FBD34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69598" y="4674802"/>
                  <a:ext cx="289809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5AAFF61E-2301-DB0E-20AE-CC45C1DB5A67}"/>
                    </a:ext>
                  </a:extLst>
                </p14:cNvPr>
                <p14:cNvContentPartPr/>
                <p14:nvPr/>
              </p14:nvContentPartPr>
              <p14:xfrm>
                <a:off x="5438027" y="5240552"/>
                <a:ext cx="855521" cy="22797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5AAFF61E-2301-DB0E-20AE-CC45C1DB5A6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31908" y="5234497"/>
                  <a:ext cx="867758" cy="34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AE241371-BD9F-6312-6C14-21D05D8B49A4}"/>
                    </a:ext>
                  </a:extLst>
                </p14:cNvPr>
                <p14:cNvContentPartPr/>
                <p14:nvPr/>
              </p14:nvContentPartPr>
              <p14:xfrm>
                <a:off x="6356029" y="5223665"/>
                <a:ext cx="166334" cy="135727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AE241371-BD9F-6312-6C14-21D05D8B49A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49922" y="5217545"/>
                  <a:ext cx="178549" cy="1479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0D61D96F-5852-335D-6F2A-BA78F47D08BF}"/>
                    </a:ext>
                  </a:extLst>
                </p14:cNvPr>
                <p14:cNvContentPartPr/>
                <p14:nvPr/>
              </p14:nvContentPartPr>
              <p14:xfrm>
                <a:off x="5465970" y="4264666"/>
                <a:ext cx="1197360" cy="48240"/>
              </p14:xfrm>
            </p:contentPart>
          </mc:Choice>
          <mc:Fallback xmlns=""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0D61D96F-5852-335D-6F2A-BA78F47D08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56970" y="4256026"/>
                  <a:ext cx="1215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76582F4C-AD20-1D81-CCF7-9C520F3CE592}"/>
                    </a:ext>
                  </a:extLst>
                </p14:cNvPr>
                <p14:cNvContentPartPr/>
                <p14:nvPr/>
              </p14:nvContentPartPr>
              <p14:xfrm>
                <a:off x="6595650" y="4112026"/>
                <a:ext cx="227160" cy="378720"/>
              </p14:xfrm>
            </p:contentPart>
          </mc:Choice>
          <mc:Fallback xmlns=""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76582F4C-AD20-1D81-CCF7-9C520F3CE5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86650" y="4103026"/>
                  <a:ext cx="2448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B8C04149-D470-B518-7B4F-AB6EBA65CFB8}"/>
                    </a:ext>
                  </a:extLst>
                </p14:cNvPr>
                <p14:cNvContentPartPr/>
                <p14:nvPr/>
              </p14:nvContentPartPr>
              <p14:xfrm>
                <a:off x="2209785" y="4847610"/>
                <a:ext cx="1135440" cy="10440"/>
              </p14:xfrm>
            </p:contentPart>
          </mc:Choice>
          <mc:Fallback xmlns=""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B8C04149-D470-B518-7B4F-AB6EBA65CF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03665" y="4841490"/>
                  <a:ext cx="1147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D6117D18-0AE2-BF72-2229-28ED12DCEAD5}"/>
                    </a:ext>
                  </a:extLst>
                </p14:cNvPr>
                <p14:cNvContentPartPr/>
                <p14:nvPr/>
              </p14:nvContentPartPr>
              <p14:xfrm>
                <a:off x="2983425" y="4752930"/>
                <a:ext cx="432360" cy="218880"/>
              </p14:xfrm>
            </p:contentPart>
          </mc:Choice>
          <mc:Fallback xmlns=""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D6117D18-0AE2-BF72-2229-28ED12DCEA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77305" y="4746810"/>
                  <a:ext cx="444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1043D8FA-6C20-1D9E-1026-4B699224A120}"/>
                    </a:ext>
                  </a:extLst>
                </p14:cNvPr>
                <p14:cNvContentPartPr/>
                <p14:nvPr/>
              </p14:nvContentPartPr>
              <p14:xfrm>
                <a:off x="2085585" y="5286090"/>
                <a:ext cx="1255680" cy="56880"/>
              </p14:xfrm>
            </p:contentPart>
          </mc:Choice>
          <mc:Fallback xmlns=""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1043D8FA-6C20-1D9E-1026-4B699224A12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79465" y="5279970"/>
                  <a:ext cx="1267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D178237C-3804-273D-CDAC-B3CD3912BAE4}"/>
                    </a:ext>
                  </a:extLst>
                </p14:cNvPr>
                <p14:cNvContentPartPr/>
                <p14:nvPr/>
              </p14:nvContentPartPr>
              <p14:xfrm>
                <a:off x="3114465" y="5219850"/>
                <a:ext cx="289440" cy="230400"/>
              </p14:xfrm>
            </p:contentPart>
          </mc:Choice>
          <mc:Fallback xmlns=""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D178237C-3804-273D-CDAC-B3CD3912BA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08345" y="5213370"/>
                  <a:ext cx="301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EB09C50E-FA77-D0B1-2293-93CF579F3477}"/>
                    </a:ext>
                  </a:extLst>
                </p14:cNvPr>
                <p14:cNvContentPartPr/>
                <p14:nvPr/>
              </p14:nvContentPartPr>
              <p14:xfrm>
                <a:off x="3885945" y="4467450"/>
                <a:ext cx="360" cy="360"/>
              </p14:xfrm>
            </p:contentPart>
          </mc:Choice>
          <mc:Fallback xmlns=""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EB09C50E-FA77-D0B1-2293-93CF579F34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9825" y="44613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FBBC669D-4544-3639-2BC2-88B78B6A00B0}"/>
                  </a:ext>
                </a:extLst>
              </p14:cNvPr>
              <p14:cNvContentPartPr/>
              <p14:nvPr/>
            </p14:nvContentPartPr>
            <p14:xfrm>
              <a:off x="2533906" y="3452088"/>
              <a:ext cx="360" cy="36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FBBC669D-4544-3639-2BC2-88B78B6A00B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527786" y="344596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文本框 135">
            <a:extLst>
              <a:ext uri="{FF2B5EF4-FFF2-40B4-BE49-F238E27FC236}">
                <a16:creationId xmlns:a16="http://schemas.microsoft.com/office/drawing/2014/main" id="{84EFC25E-17F8-98C2-6942-67EAC4289A96}"/>
              </a:ext>
            </a:extLst>
          </p:cNvPr>
          <p:cNvSpPr txBox="1"/>
          <p:nvPr/>
        </p:nvSpPr>
        <p:spPr>
          <a:xfrm>
            <a:off x="2189754" y="5871034"/>
            <a:ext cx="1279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cmd_done</a:t>
            </a:r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76BE9B1-DEA3-147A-5C36-4F1B294F4660}"/>
              </a:ext>
            </a:extLst>
          </p:cNvPr>
          <p:cNvSpPr txBox="1"/>
          <p:nvPr/>
        </p:nvSpPr>
        <p:spPr>
          <a:xfrm>
            <a:off x="1997656" y="6193464"/>
            <a:ext cx="1305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Uart_data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748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DAA413-0DF2-3910-4D85-4FAAFFC98625}"/>
              </a:ext>
            </a:extLst>
          </p:cNvPr>
          <p:cNvSpPr txBox="1"/>
          <p:nvPr/>
        </p:nvSpPr>
        <p:spPr>
          <a:xfrm>
            <a:off x="638174" y="438150"/>
            <a:ext cx="10296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模块三：</a:t>
            </a:r>
            <a:r>
              <a:rPr lang="en-US" altLang="zh-CN" dirty="0"/>
              <a:t>Ram  </a:t>
            </a:r>
            <a:r>
              <a:rPr lang="zh-CN" altLang="en-US" dirty="0"/>
              <a:t>使用</a:t>
            </a:r>
            <a:r>
              <a:rPr lang="en-US" altLang="zh-CN" dirty="0" err="1"/>
              <a:t>ip</a:t>
            </a:r>
            <a:r>
              <a:rPr lang="en-US" altLang="zh-CN" dirty="0"/>
              <a:t> </a:t>
            </a:r>
            <a:r>
              <a:rPr lang="zh-CN" altLang="en-US" dirty="0"/>
              <a:t>核 生成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存储数量 位</a:t>
            </a:r>
            <a:r>
              <a:rPr lang="en-US" altLang="zh-CN" dirty="0"/>
              <a:t>256</a:t>
            </a:r>
            <a:r>
              <a:rPr lang="zh-CN" altLang="en-US" dirty="0"/>
              <a:t>个数据 使用的是</a:t>
            </a:r>
            <a:r>
              <a:rPr lang="en-US" altLang="zh-CN" dirty="0" err="1"/>
              <a:t>ip</a:t>
            </a:r>
            <a:r>
              <a:rPr lang="zh-CN" altLang="en-US" dirty="0"/>
              <a:t>核是  </a:t>
            </a:r>
            <a:r>
              <a:rPr lang="en-US" altLang="zh-CN" dirty="0"/>
              <a:t>block memory generator(8.4)</a:t>
            </a:r>
          </a:p>
          <a:p>
            <a:r>
              <a:rPr lang="zh-CN" altLang="en-US" dirty="0"/>
              <a:t>存储的位宽是</a:t>
            </a:r>
            <a:r>
              <a:rPr lang="en-US" altLang="zh-CN" dirty="0"/>
              <a:t>16</a:t>
            </a:r>
            <a:r>
              <a:rPr lang="zh-CN" altLang="en-US" dirty="0"/>
              <a:t>位 </a:t>
            </a:r>
            <a:endParaRPr lang="en-US" altLang="zh-CN" dirty="0"/>
          </a:p>
          <a:p>
            <a:r>
              <a:rPr lang="zh-CN" altLang="en-US" dirty="0"/>
              <a:t>使用的 </a:t>
            </a:r>
            <a:r>
              <a:rPr lang="en-US" altLang="zh-CN" dirty="0"/>
              <a:t>simple dual </a:t>
            </a:r>
            <a:r>
              <a:rPr lang="en-US" altLang="zh-CN" dirty="0" err="1"/>
              <a:t>prot</a:t>
            </a:r>
            <a:r>
              <a:rPr lang="en-US" altLang="zh-CN" dirty="0"/>
              <a:t> ram</a:t>
            </a:r>
            <a:r>
              <a:rPr lang="zh-CN" altLang="en-US" dirty="0"/>
              <a:t>的简单双端口  解决接收时钟 和发送时钟不一致的问题</a:t>
            </a:r>
            <a:endParaRPr lang="en-US" altLang="zh-CN" dirty="0"/>
          </a:p>
          <a:p>
            <a:r>
              <a:rPr lang="zh-CN" altLang="en-US" dirty="0"/>
              <a:t>开启 </a:t>
            </a:r>
            <a:r>
              <a:rPr lang="en-US" altLang="zh-CN" dirty="0"/>
              <a:t>primitives output register </a:t>
            </a:r>
            <a:r>
              <a:rPr lang="zh-CN" altLang="en-US" dirty="0"/>
              <a:t>会产生一个时钟的输出延时 作用是 分离存储和运算</a:t>
            </a: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7B68BE5A-E20A-895E-18CC-B09BB06CB95D}"/>
              </a:ext>
            </a:extLst>
          </p:cNvPr>
          <p:cNvSpPr/>
          <p:nvPr/>
        </p:nvSpPr>
        <p:spPr>
          <a:xfrm>
            <a:off x="6653211" y="3745360"/>
            <a:ext cx="2524125" cy="221777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DC66C199-AB04-2BDF-E4AB-D57F1E5AC254}"/>
              </a:ext>
            </a:extLst>
          </p:cNvPr>
          <p:cNvSpPr/>
          <p:nvPr/>
        </p:nvSpPr>
        <p:spPr>
          <a:xfrm flipV="1">
            <a:off x="5589982" y="3932346"/>
            <a:ext cx="1072756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C613691-5E52-2D71-01EF-A1245903C038}"/>
              </a:ext>
            </a:extLst>
          </p:cNvPr>
          <p:cNvSpPr/>
          <p:nvPr/>
        </p:nvSpPr>
        <p:spPr>
          <a:xfrm>
            <a:off x="5600698" y="4148406"/>
            <a:ext cx="1062039" cy="5305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21741BF-E9E7-5979-239B-6B74EA7F48F3}"/>
              </a:ext>
            </a:extLst>
          </p:cNvPr>
          <p:cNvSpPr/>
          <p:nvPr/>
        </p:nvSpPr>
        <p:spPr>
          <a:xfrm>
            <a:off x="5559025" y="4359421"/>
            <a:ext cx="1094185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8395939-4F01-4521-A71D-6BAE5907F4E0}"/>
              </a:ext>
            </a:extLst>
          </p:cNvPr>
          <p:cNvSpPr/>
          <p:nvPr/>
        </p:nvSpPr>
        <p:spPr>
          <a:xfrm>
            <a:off x="5559026" y="4625374"/>
            <a:ext cx="1088232" cy="896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A17D797-64D2-581A-7CE7-9571D5410F96}"/>
              </a:ext>
            </a:extLst>
          </p:cNvPr>
          <p:cNvSpPr/>
          <p:nvPr/>
        </p:nvSpPr>
        <p:spPr>
          <a:xfrm flipV="1">
            <a:off x="5549502" y="4884889"/>
            <a:ext cx="1101329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8426B77-4C8C-6177-3F4D-3BD23EE600DE}"/>
              </a:ext>
            </a:extLst>
          </p:cNvPr>
          <p:cNvSpPr/>
          <p:nvPr/>
        </p:nvSpPr>
        <p:spPr>
          <a:xfrm flipV="1">
            <a:off x="5589982" y="5251524"/>
            <a:ext cx="1039415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D0B3C51-A65B-DA9F-1E1E-694B54F83AC7}"/>
              </a:ext>
            </a:extLst>
          </p:cNvPr>
          <p:cNvSpPr/>
          <p:nvPr/>
        </p:nvSpPr>
        <p:spPr>
          <a:xfrm>
            <a:off x="5570933" y="5484444"/>
            <a:ext cx="1039415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C602F54-C324-DA2B-D201-E286CC601531}"/>
              </a:ext>
            </a:extLst>
          </p:cNvPr>
          <p:cNvSpPr/>
          <p:nvPr/>
        </p:nvSpPr>
        <p:spPr>
          <a:xfrm>
            <a:off x="9215435" y="3978065"/>
            <a:ext cx="812009" cy="462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222B94D-FC29-9035-3929-397F6BC8DE2B}"/>
              </a:ext>
            </a:extLst>
          </p:cNvPr>
          <p:cNvSpPr/>
          <p:nvPr/>
        </p:nvSpPr>
        <p:spPr>
          <a:xfrm>
            <a:off x="9201149" y="4311492"/>
            <a:ext cx="812009" cy="542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E5D239-5091-6160-D53C-2B99F2298A71}"/>
              </a:ext>
            </a:extLst>
          </p:cNvPr>
          <p:cNvSpPr txBox="1"/>
          <p:nvPr/>
        </p:nvSpPr>
        <p:spPr>
          <a:xfrm>
            <a:off x="6665118" y="3714342"/>
            <a:ext cx="58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clka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2306A7-AA2F-503D-84AE-2B951BADBE5F}"/>
              </a:ext>
            </a:extLst>
          </p:cNvPr>
          <p:cNvSpPr txBox="1"/>
          <p:nvPr/>
        </p:nvSpPr>
        <p:spPr>
          <a:xfrm>
            <a:off x="6677025" y="3967770"/>
            <a:ext cx="58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ena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61FA21-46D9-FE10-A860-B2A3D47C634C}"/>
              </a:ext>
            </a:extLst>
          </p:cNvPr>
          <p:cNvSpPr txBox="1"/>
          <p:nvPr/>
        </p:nvSpPr>
        <p:spPr>
          <a:xfrm>
            <a:off x="6665118" y="4196517"/>
            <a:ext cx="58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wea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99C2E3-1AF0-E462-1DF8-F27C5690BDD6}"/>
              </a:ext>
            </a:extLst>
          </p:cNvPr>
          <p:cNvSpPr txBox="1"/>
          <p:nvPr/>
        </p:nvSpPr>
        <p:spPr>
          <a:xfrm>
            <a:off x="6615112" y="4418927"/>
            <a:ext cx="70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addr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83D5DD-CF8C-0980-737D-0E79A32184EE}"/>
              </a:ext>
            </a:extLst>
          </p:cNvPr>
          <p:cNvSpPr txBox="1"/>
          <p:nvPr/>
        </p:nvSpPr>
        <p:spPr>
          <a:xfrm>
            <a:off x="6650831" y="4694853"/>
            <a:ext cx="70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599EF5-D80F-A949-94BA-813ED21DA57E}"/>
              </a:ext>
            </a:extLst>
          </p:cNvPr>
          <p:cNvSpPr txBox="1"/>
          <p:nvPr/>
        </p:nvSpPr>
        <p:spPr>
          <a:xfrm>
            <a:off x="6629398" y="4992719"/>
            <a:ext cx="65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clkb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496CD8-C6E3-6F96-2BD8-499498E88458}"/>
              </a:ext>
            </a:extLst>
          </p:cNvPr>
          <p:cNvSpPr txBox="1"/>
          <p:nvPr/>
        </p:nvSpPr>
        <p:spPr>
          <a:xfrm>
            <a:off x="6641305" y="5302636"/>
            <a:ext cx="65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enb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10791A-A24B-1FA5-7B7F-14CCBAC1FFD0}"/>
              </a:ext>
            </a:extLst>
          </p:cNvPr>
          <p:cNvSpPr txBox="1"/>
          <p:nvPr/>
        </p:nvSpPr>
        <p:spPr>
          <a:xfrm>
            <a:off x="8477247" y="3793399"/>
            <a:ext cx="81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addrb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4D66C0-D296-F59A-A3F4-4BC0C2D7AFD8}"/>
              </a:ext>
            </a:extLst>
          </p:cNvPr>
          <p:cNvSpPr txBox="1"/>
          <p:nvPr/>
        </p:nvSpPr>
        <p:spPr>
          <a:xfrm>
            <a:off x="8465340" y="4145215"/>
            <a:ext cx="81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doutb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24A3424-07E0-9946-C18B-8EB4B5F4E13C}"/>
              </a:ext>
            </a:extLst>
          </p:cNvPr>
          <p:cNvSpPr txBox="1"/>
          <p:nvPr/>
        </p:nvSpPr>
        <p:spPr>
          <a:xfrm>
            <a:off x="554233" y="2139081"/>
            <a:ext cx="984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时钟</a:t>
            </a:r>
            <a:r>
              <a:rPr lang="en-US" altLang="zh-CN" dirty="0"/>
              <a:t>A</a:t>
            </a:r>
            <a:r>
              <a:rPr lang="zh-CN" altLang="en-US" dirty="0"/>
              <a:t>使用的是 系统时钟 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adc_change_done</a:t>
            </a:r>
            <a:r>
              <a:rPr lang="zh-CN" altLang="en-US" dirty="0"/>
              <a:t> 完成后进行 给数据给</a:t>
            </a:r>
            <a:r>
              <a:rPr lang="en-US" altLang="zh-CN" dirty="0"/>
              <a:t>data </a:t>
            </a:r>
            <a:r>
              <a:rPr lang="zh-CN" altLang="en-US" dirty="0"/>
              <a:t>然后进行地址增加 使能 </a:t>
            </a:r>
            <a:r>
              <a:rPr lang="en-US" altLang="zh-CN" dirty="0"/>
              <a:t>wea</a:t>
            </a:r>
            <a:r>
              <a:rPr lang="zh-CN" altLang="en-US" dirty="0"/>
              <a:t>和</a:t>
            </a:r>
            <a:r>
              <a:rPr lang="en-US" altLang="zh-CN" dirty="0" err="1"/>
              <a:t>ena</a:t>
            </a:r>
            <a:endParaRPr lang="en-US" altLang="zh-CN" dirty="0"/>
          </a:p>
        </p:txBody>
      </p:sp>
      <p:sp>
        <p:nvSpPr>
          <p:cNvPr id="26" name="流程图: 过程 25">
            <a:extLst>
              <a:ext uri="{FF2B5EF4-FFF2-40B4-BE49-F238E27FC236}">
                <a16:creationId xmlns:a16="http://schemas.microsoft.com/office/drawing/2014/main" id="{B8921ACC-B606-E2C2-373B-B98303278F9A}"/>
              </a:ext>
            </a:extLst>
          </p:cNvPr>
          <p:cNvSpPr/>
          <p:nvPr/>
        </p:nvSpPr>
        <p:spPr>
          <a:xfrm>
            <a:off x="2753913" y="3757949"/>
            <a:ext cx="2797970" cy="13062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2E0A0FB-ED0E-6FB0-7594-BCD2B9153ECD}"/>
              </a:ext>
            </a:extLst>
          </p:cNvPr>
          <p:cNvSpPr txBox="1"/>
          <p:nvPr/>
        </p:nvSpPr>
        <p:spPr>
          <a:xfrm>
            <a:off x="2705097" y="3862012"/>
            <a:ext cx="1490661" cy="3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adc_change_done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E9B0DA83-440C-1FFB-2237-0D9EA7895E01}"/>
              </a:ext>
            </a:extLst>
          </p:cNvPr>
          <p:cNvSpPr/>
          <p:nvPr/>
        </p:nvSpPr>
        <p:spPr>
          <a:xfrm flipV="1">
            <a:off x="1608528" y="4080220"/>
            <a:ext cx="1072756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A13F5E8-DCC0-9F9A-1F20-B534D7B5CD5A}"/>
              </a:ext>
            </a:extLst>
          </p:cNvPr>
          <p:cNvSpPr txBox="1"/>
          <p:nvPr/>
        </p:nvSpPr>
        <p:spPr>
          <a:xfrm>
            <a:off x="2730100" y="4448819"/>
            <a:ext cx="1490661" cy="3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sample_all_cnt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6BA78A82-75D4-5B5C-F9E1-6E7176B8CBC9}"/>
              </a:ext>
            </a:extLst>
          </p:cNvPr>
          <p:cNvSpPr/>
          <p:nvPr/>
        </p:nvSpPr>
        <p:spPr>
          <a:xfrm flipV="1">
            <a:off x="1569237" y="4670215"/>
            <a:ext cx="1072756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67376C-7944-2BAE-D295-911D18F4BF00}"/>
              </a:ext>
            </a:extLst>
          </p:cNvPr>
          <p:cNvSpPr txBox="1"/>
          <p:nvPr/>
        </p:nvSpPr>
        <p:spPr>
          <a:xfrm>
            <a:off x="7553323" y="3345010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3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41662C-E953-5569-FC52-AE0F0BB4C473}"/>
              </a:ext>
            </a:extLst>
          </p:cNvPr>
          <p:cNvSpPr txBox="1"/>
          <p:nvPr/>
        </p:nvSpPr>
        <p:spPr>
          <a:xfrm>
            <a:off x="108349" y="82347"/>
            <a:ext cx="1042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模块三  使用</a:t>
            </a:r>
            <a:r>
              <a:rPr lang="en-US" altLang="zh-CN" dirty="0" err="1"/>
              <a:t>fifo</a:t>
            </a:r>
            <a:r>
              <a:rPr lang="en-US" altLang="zh-CN" dirty="0"/>
              <a:t> </a:t>
            </a:r>
            <a:r>
              <a:rPr lang="zh-CN" altLang="en-US" dirty="0"/>
              <a:t>解决 </a:t>
            </a:r>
            <a:r>
              <a:rPr lang="en-US" altLang="zh-CN" dirty="0"/>
              <a:t>ram</a:t>
            </a:r>
            <a:r>
              <a:rPr lang="zh-CN" altLang="en-US" dirty="0"/>
              <a:t>传输速率与 </a:t>
            </a:r>
            <a:r>
              <a:rPr lang="en-US" altLang="zh-CN" dirty="0" err="1"/>
              <a:t>uart</a:t>
            </a:r>
            <a:r>
              <a:rPr lang="zh-CN" altLang="en-US" dirty="0"/>
              <a:t>发送速率不一致的问题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ip</a:t>
            </a:r>
            <a:r>
              <a:rPr lang="zh-CN" altLang="en-US" dirty="0"/>
              <a:t>进行建立：首先就是 使用 </a:t>
            </a:r>
            <a:r>
              <a:rPr lang="en-US" altLang="zh-CN" dirty="0"/>
              <a:t>independent clocks block ram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write width </a:t>
            </a:r>
            <a:r>
              <a:rPr lang="zh-CN" altLang="en-US" dirty="0"/>
              <a:t>为</a:t>
            </a:r>
            <a:r>
              <a:rPr lang="en-US" altLang="zh-CN" dirty="0"/>
              <a:t>16 </a:t>
            </a:r>
            <a:r>
              <a:rPr lang="zh-CN" altLang="en-US" dirty="0"/>
              <a:t>深度 </a:t>
            </a:r>
            <a:r>
              <a:rPr lang="en-US" altLang="zh-CN" dirty="0"/>
              <a:t>256 read width </a:t>
            </a:r>
            <a:r>
              <a:rPr lang="zh-CN" altLang="en-US" dirty="0"/>
              <a:t>为</a:t>
            </a:r>
            <a:r>
              <a:rPr lang="en-US" altLang="zh-CN" dirty="0"/>
              <a:t>8 depth 512 </a:t>
            </a:r>
          </a:p>
          <a:p>
            <a:r>
              <a:rPr lang="zh-CN" altLang="en-US" dirty="0"/>
              <a:t>开启 </a:t>
            </a:r>
            <a:r>
              <a:rPr lang="en-US" altLang="zh-CN" dirty="0"/>
              <a:t>almost full flag </a:t>
            </a:r>
            <a:r>
              <a:rPr lang="zh-CN" altLang="en-US" dirty="0"/>
              <a:t>和 </a:t>
            </a:r>
            <a:r>
              <a:rPr lang="en-US" altLang="zh-CN" dirty="0"/>
              <a:t>almost empty flag </a:t>
            </a:r>
          </a:p>
          <a:p>
            <a:r>
              <a:rPr lang="zh-CN" altLang="en-US" dirty="0"/>
              <a:t>开启读写数据计数器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A14109-6C6D-F7E0-F42D-29C2FC1B13F7}"/>
              </a:ext>
            </a:extLst>
          </p:cNvPr>
          <p:cNvSpPr txBox="1"/>
          <p:nvPr/>
        </p:nvSpPr>
        <p:spPr>
          <a:xfrm>
            <a:off x="695490" y="2289966"/>
            <a:ext cx="37928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功能：</a:t>
            </a:r>
            <a:endParaRPr lang="en-US" altLang="zh-CN" dirty="0"/>
          </a:p>
          <a:p>
            <a:r>
              <a:rPr lang="zh-CN" altLang="en-US" dirty="0"/>
              <a:t>按下按键进行 写入</a:t>
            </a:r>
            <a:r>
              <a:rPr lang="en-US" altLang="zh-CN" dirty="0"/>
              <a:t>/</a:t>
            </a:r>
            <a:r>
              <a:rPr lang="zh-CN" altLang="en-US" dirty="0"/>
              <a:t>不写入的切换        </a:t>
            </a:r>
            <a:endParaRPr lang="en-US" altLang="zh-CN" dirty="0"/>
          </a:p>
          <a:p>
            <a:r>
              <a:rPr lang="en-US" altLang="zh-CN" dirty="0"/>
              <a:t>ram</a:t>
            </a:r>
            <a:r>
              <a:rPr lang="zh-CN" altLang="en-US" dirty="0"/>
              <a:t>中的值进而连接</a:t>
            </a:r>
            <a:r>
              <a:rPr lang="en-US" altLang="zh-CN" dirty="0" err="1"/>
              <a:t>fifo</a:t>
            </a:r>
            <a:endParaRPr lang="en-US" altLang="zh-CN" dirty="0"/>
          </a:p>
          <a:p>
            <a:r>
              <a:rPr lang="en-US" altLang="zh-CN" dirty="0" err="1"/>
              <a:t>Wr_clk</a:t>
            </a:r>
            <a:r>
              <a:rPr lang="zh-CN" altLang="en-US" dirty="0"/>
              <a:t>使用的是系统时钟  </a:t>
            </a:r>
            <a:r>
              <a:rPr lang="en-US" altLang="zh-CN" dirty="0" err="1"/>
              <a:t>rd_clk</a:t>
            </a:r>
            <a:r>
              <a:rPr lang="zh-CN" altLang="en-US" dirty="0"/>
              <a:t>使用与串口相关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9D5160F-4FEA-8FCA-FEF1-537382D04495}"/>
              </a:ext>
            </a:extLst>
          </p:cNvPr>
          <p:cNvSpPr txBox="1"/>
          <p:nvPr/>
        </p:nvSpPr>
        <p:spPr>
          <a:xfrm>
            <a:off x="5191760" y="2211755"/>
            <a:ext cx="5821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Fifo</a:t>
            </a:r>
            <a:r>
              <a:rPr lang="zh-CN" altLang="en-US" dirty="0"/>
              <a:t>读取使用的是状态机的方式进行编写</a:t>
            </a:r>
            <a:endParaRPr lang="en-US" altLang="zh-CN" dirty="0"/>
          </a:p>
          <a:p>
            <a:r>
              <a:rPr lang="zh-CN" altLang="en-US" b="1" dirty="0"/>
              <a:t>空闲态 </a:t>
            </a:r>
            <a:r>
              <a:rPr lang="zh-CN" altLang="en-US" dirty="0"/>
              <a:t>检测 </a:t>
            </a:r>
            <a:r>
              <a:rPr lang="en-US" altLang="zh-CN" dirty="0" err="1"/>
              <a:t>fifo</a:t>
            </a:r>
            <a:r>
              <a:rPr lang="zh-CN" altLang="en-US" dirty="0"/>
              <a:t>中是否有数据 以及串口是否发送完成 </a:t>
            </a:r>
            <a:endParaRPr lang="en-US" altLang="zh-CN" dirty="0"/>
          </a:p>
          <a:p>
            <a:r>
              <a:rPr lang="zh-CN" altLang="en-US" b="1" dirty="0"/>
              <a:t>读取</a:t>
            </a:r>
            <a:r>
              <a:rPr lang="en-US" altLang="zh-CN" b="1" dirty="0" err="1"/>
              <a:t>fifo</a:t>
            </a:r>
            <a:r>
              <a:rPr lang="zh-CN" altLang="en-US" b="1" dirty="0"/>
              <a:t>态  </a:t>
            </a:r>
            <a:r>
              <a:rPr lang="zh-CN" altLang="en-US" dirty="0"/>
              <a:t>将</a:t>
            </a:r>
            <a:r>
              <a:rPr lang="en-US" altLang="zh-CN" dirty="0" err="1"/>
              <a:t>fifo</a:t>
            </a:r>
            <a:r>
              <a:rPr lang="en-US" altLang="zh-CN" dirty="0"/>
              <a:t> </a:t>
            </a:r>
            <a:r>
              <a:rPr lang="zh-CN" altLang="en-US" dirty="0"/>
              <a:t>读取使能 再此检查</a:t>
            </a:r>
            <a:r>
              <a:rPr lang="en-US" altLang="zh-CN" dirty="0" err="1"/>
              <a:t>fifo</a:t>
            </a:r>
            <a:r>
              <a:rPr lang="en-US" altLang="zh-CN" dirty="0"/>
              <a:t> </a:t>
            </a:r>
            <a:r>
              <a:rPr lang="zh-CN" altLang="en-US" dirty="0"/>
              <a:t>是否有数据 没有就回到空闲态</a:t>
            </a:r>
            <a:endParaRPr lang="en-US" altLang="zh-CN" dirty="0"/>
          </a:p>
          <a:p>
            <a:r>
              <a:rPr lang="zh-CN" altLang="en-US" b="1" dirty="0"/>
              <a:t>等待态 </a:t>
            </a:r>
            <a:r>
              <a:rPr lang="zh-CN" altLang="en-US" dirty="0"/>
              <a:t>：</a:t>
            </a:r>
            <a:r>
              <a:rPr lang="en-US" altLang="zh-CN" dirty="0" err="1"/>
              <a:t>fifo</a:t>
            </a:r>
            <a:r>
              <a:rPr lang="zh-CN" altLang="en-US" dirty="0"/>
              <a:t>输出模式会延缓时钟周期才输出</a:t>
            </a:r>
            <a:endParaRPr lang="en-US" altLang="zh-CN" dirty="0"/>
          </a:p>
          <a:p>
            <a:r>
              <a:rPr lang="zh-CN" altLang="en-US" b="1" dirty="0"/>
              <a:t>串口发送态</a:t>
            </a:r>
            <a:r>
              <a:rPr lang="zh-CN" altLang="en-US" dirty="0"/>
              <a:t>：传入数据给 串口  给使能串口信号</a:t>
            </a:r>
            <a:endParaRPr lang="en-US" altLang="zh-CN" dirty="0"/>
          </a:p>
          <a:p>
            <a:r>
              <a:rPr lang="zh-CN" altLang="en-US" b="1" dirty="0"/>
              <a:t>等待串口发送完成态</a:t>
            </a:r>
            <a:r>
              <a:rPr lang="zh-CN" altLang="en-US" dirty="0"/>
              <a:t>：检测到完成 就转到空闲态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78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172C4D77-71C6-5B79-DCB1-884174C63AE9}"/>
              </a:ext>
            </a:extLst>
          </p:cNvPr>
          <p:cNvSpPr/>
          <p:nvPr/>
        </p:nvSpPr>
        <p:spPr>
          <a:xfrm>
            <a:off x="5161280" y="1549018"/>
            <a:ext cx="3152775" cy="3143250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E50E8-AC30-7F60-EEBD-6AE6EB296441}"/>
              </a:ext>
            </a:extLst>
          </p:cNvPr>
          <p:cNvSpPr txBox="1"/>
          <p:nvPr/>
        </p:nvSpPr>
        <p:spPr>
          <a:xfrm>
            <a:off x="5161280" y="2263217"/>
            <a:ext cx="75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rd_clk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F10A12-CB28-B86A-8028-5997039685EF}"/>
              </a:ext>
            </a:extLst>
          </p:cNvPr>
          <p:cNvSpPr txBox="1"/>
          <p:nvPr/>
        </p:nvSpPr>
        <p:spPr>
          <a:xfrm>
            <a:off x="5161280" y="2015241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wr_clk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D9B7E0-5F36-883E-CCEF-C36C8EA06BF1}"/>
              </a:ext>
            </a:extLst>
          </p:cNvPr>
          <p:cNvSpPr txBox="1"/>
          <p:nvPr/>
        </p:nvSpPr>
        <p:spPr>
          <a:xfrm>
            <a:off x="5161281" y="1767265"/>
            <a:ext cx="41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rst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E34CB3-312B-A855-6FC1-82C8024AD54F}"/>
              </a:ext>
            </a:extLst>
          </p:cNvPr>
          <p:cNvSpPr txBox="1"/>
          <p:nvPr/>
        </p:nvSpPr>
        <p:spPr>
          <a:xfrm>
            <a:off x="5191759" y="2511193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din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C4F7B0-61EA-F112-2E11-96B2866D54C5}"/>
              </a:ext>
            </a:extLst>
          </p:cNvPr>
          <p:cNvSpPr txBox="1"/>
          <p:nvPr/>
        </p:nvSpPr>
        <p:spPr>
          <a:xfrm>
            <a:off x="5161280" y="2788192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Wr_en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AE6AAA-383C-6E82-9D1C-DDD1A9E2D279}"/>
              </a:ext>
            </a:extLst>
          </p:cNvPr>
          <p:cNvSpPr txBox="1"/>
          <p:nvPr/>
        </p:nvSpPr>
        <p:spPr>
          <a:xfrm>
            <a:off x="5206999" y="3053150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Rd_en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688C74-FEF7-4B4D-0DCF-576A45479BDF}"/>
              </a:ext>
            </a:extLst>
          </p:cNvPr>
          <p:cNvSpPr txBox="1"/>
          <p:nvPr/>
        </p:nvSpPr>
        <p:spPr>
          <a:xfrm>
            <a:off x="7533002" y="3970135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dout</a:t>
            </a:r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778288-BBEC-3841-7D3B-C2BC237B1EA5}"/>
              </a:ext>
            </a:extLst>
          </p:cNvPr>
          <p:cNvSpPr txBox="1"/>
          <p:nvPr/>
        </p:nvSpPr>
        <p:spPr>
          <a:xfrm>
            <a:off x="7487273" y="2241353"/>
            <a:ext cx="69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full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326394-B586-0DB2-D07A-20DE00568B5B}"/>
              </a:ext>
            </a:extLst>
          </p:cNvPr>
          <p:cNvSpPr txBox="1"/>
          <p:nvPr/>
        </p:nvSpPr>
        <p:spPr>
          <a:xfrm>
            <a:off x="7296312" y="1627573"/>
            <a:ext cx="906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almost_full</a:t>
            </a:r>
            <a:endParaRPr lang="en-US" altLang="zh-CN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F170FF-59D8-4C74-AFAE-F61588343FE4}"/>
              </a:ext>
            </a:extLst>
          </p:cNvPr>
          <p:cNvSpPr txBox="1"/>
          <p:nvPr/>
        </p:nvSpPr>
        <p:spPr>
          <a:xfrm>
            <a:off x="7205811" y="1896398"/>
            <a:ext cx="12173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almost_empty</a:t>
            </a:r>
            <a:endParaRPr lang="en-US" altLang="zh-CN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89A260-21CF-7B61-DEFD-FC62C9CED24A}"/>
              </a:ext>
            </a:extLst>
          </p:cNvPr>
          <p:cNvSpPr txBox="1"/>
          <p:nvPr/>
        </p:nvSpPr>
        <p:spPr>
          <a:xfrm>
            <a:off x="7468706" y="2518398"/>
            <a:ext cx="691516" cy="29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empty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5EE5C4-22DA-9D29-7C55-8A4D932A6902}"/>
              </a:ext>
            </a:extLst>
          </p:cNvPr>
          <p:cNvSpPr txBox="1"/>
          <p:nvPr/>
        </p:nvSpPr>
        <p:spPr>
          <a:xfrm>
            <a:off x="7021979" y="3397688"/>
            <a:ext cx="1422087" cy="29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rd_data_count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FC0B85-062E-B837-3282-B75985E76075}"/>
              </a:ext>
            </a:extLst>
          </p:cNvPr>
          <p:cNvSpPr txBox="1"/>
          <p:nvPr/>
        </p:nvSpPr>
        <p:spPr>
          <a:xfrm>
            <a:off x="7039603" y="3706455"/>
            <a:ext cx="1386841" cy="29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wr_data_count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A5B404-ED72-F243-F286-22D09CF603C4}"/>
              </a:ext>
            </a:extLst>
          </p:cNvPr>
          <p:cNvSpPr txBox="1"/>
          <p:nvPr/>
        </p:nvSpPr>
        <p:spPr>
          <a:xfrm>
            <a:off x="7039603" y="2825241"/>
            <a:ext cx="1217306" cy="29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wr_rst_busy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B9A5EE-AE54-1CDB-0E2F-22753AAD1B50}"/>
              </a:ext>
            </a:extLst>
          </p:cNvPr>
          <p:cNvSpPr txBox="1"/>
          <p:nvPr/>
        </p:nvSpPr>
        <p:spPr>
          <a:xfrm>
            <a:off x="7013891" y="3102286"/>
            <a:ext cx="1189201" cy="29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rd_rst_busy</a:t>
            </a:r>
            <a:endParaRPr lang="en-US" altLang="zh-CN" sz="12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0E300EA-F08E-D01F-8CC8-5BA71367F9CE}"/>
              </a:ext>
            </a:extLst>
          </p:cNvPr>
          <p:cNvCxnSpPr>
            <a:cxnSpLocks/>
          </p:cNvCxnSpPr>
          <p:nvPr/>
        </p:nvCxnSpPr>
        <p:spPr>
          <a:xfrm>
            <a:off x="4580256" y="1904572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748BD9D-4404-0B64-2AD0-7BCDE5B32E0A}"/>
              </a:ext>
            </a:extLst>
          </p:cNvPr>
          <p:cNvCxnSpPr>
            <a:cxnSpLocks/>
          </p:cNvCxnSpPr>
          <p:nvPr/>
        </p:nvCxnSpPr>
        <p:spPr>
          <a:xfrm>
            <a:off x="4568826" y="2153740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D1ABE48-F1B4-FE5F-E7CF-6C3B4DC8017C}"/>
              </a:ext>
            </a:extLst>
          </p:cNvPr>
          <p:cNvCxnSpPr>
            <a:cxnSpLocks/>
          </p:cNvCxnSpPr>
          <p:nvPr/>
        </p:nvCxnSpPr>
        <p:spPr>
          <a:xfrm>
            <a:off x="4568826" y="2401716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12B512C-5685-FD0C-595D-CD1C3CF7BE45}"/>
              </a:ext>
            </a:extLst>
          </p:cNvPr>
          <p:cNvCxnSpPr>
            <a:cxnSpLocks/>
          </p:cNvCxnSpPr>
          <p:nvPr/>
        </p:nvCxnSpPr>
        <p:spPr>
          <a:xfrm>
            <a:off x="4568826" y="2683571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CBC65227-E54E-36B5-CD1F-6974F6E2DB5E}"/>
              </a:ext>
            </a:extLst>
          </p:cNvPr>
          <p:cNvCxnSpPr>
            <a:cxnSpLocks/>
          </p:cNvCxnSpPr>
          <p:nvPr/>
        </p:nvCxnSpPr>
        <p:spPr>
          <a:xfrm>
            <a:off x="4045904" y="2926691"/>
            <a:ext cx="10944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7A1EA16-57D4-8EAD-129F-AD6254CCAE33}"/>
              </a:ext>
            </a:extLst>
          </p:cNvPr>
          <p:cNvCxnSpPr>
            <a:cxnSpLocks/>
          </p:cNvCxnSpPr>
          <p:nvPr/>
        </p:nvCxnSpPr>
        <p:spPr>
          <a:xfrm>
            <a:off x="4580256" y="3209121"/>
            <a:ext cx="5810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31140C0-B48C-635E-3823-63C1318250E0}"/>
              </a:ext>
            </a:extLst>
          </p:cNvPr>
          <p:cNvCxnSpPr>
            <a:cxnSpLocks/>
          </p:cNvCxnSpPr>
          <p:nvPr/>
        </p:nvCxnSpPr>
        <p:spPr>
          <a:xfrm>
            <a:off x="8314055" y="1766072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0000DD8-A0D0-B8D8-922C-CB3B46152A87}"/>
              </a:ext>
            </a:extLst>
          </p:cNvPr>
          <p:cNvCxnSpPr>
            <a:cxnSpLocks/>
          </p:cNvCxnSpPr>
          <p:nvPr/>
        </p:nvCxnSpPr>
        <p:spPr>
          <a:xfrm>
            <a:off x="8314055" y="2034897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79EF8BD-8FEE-3F99-7CD0-C2BB506E8698}"/>
              </a:ext>
            </a:extLst>
          </p:cNvPr>
          <p:cNvCxnSpPr>
            <a:cxnSpLocks/>
          </p:cNvCxnSpPr>
          <p:nvPr/>
        </p:nvCxnSpPr>
        <p:spPr>
          <a:xfrm>
            <a:off x="8314055" y="2379852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8ACFAC5-DB6A-6CB0-C24C-DDA3F080E276}"/>
              </a:ext>
            </a:extLst>
          </p:cNvPr>
          <p:cNvCxnSpPr>
            <a:cxnSpLocks/>
          </p:cNvCxnSpPr>
          <p:nvPr/>
        </p:nvCxnSpPr>
        <p:spPr>
          <a:xfrm>
            <a:off x="8320717" y="2666099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059E9EB-80E3-78C3-279D-E66E7DEFD364}"/>
              </a:ext>
            </a:extLst>
          </p:cNvPr>
          <p:cNvCxnSpPr>
            <a:cxnSpLocks/>
          </p:cNvCxnSpPr>
          <p:nvPr/>
        </p:nvCxnSpPr>
        <p:spPr>
          <a:xfrm>
            <a:off x="8320717" y="2926691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3ECD012-53B8-E9D1-8EA1-C811223AF4D6}"/>
              </a:ext>
            </a:extLst>
          </p:cNvPr>
          <p:cNvCxnSpPr>
            <a:cxnSpLocks/>
          </p:cNvCxnSpPr>
          <p:nvPr/>
        </p:nvCxnSpPr>
        <p:spPr>
          <a:xfrm>
            <a:off x="8314055" y="3209121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B991D2D-62D2-EC9F-45A0-DEBCDFF56FB5}"/>
              </a:ext>
            </a:extLst>
          </p:cNvPr>
          <p:cNvCxnSpPr>
            <a:cxnSpLocks/>
          </p:cNvCxnSpPr>
          <p:nvPr/>
        </p:nvCxnSpPr>
        <p:spPr>
          <a:xfrm>
            <a:off x="8308820" y="3545389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4469F31-9349-728A-ED8D-34809C184BF1}"/>
              </a:ext>
            </a:extLst>
          </p:cNvPr>
          <p:cNvCxnSpPr>
            <a:cxnSpLocks/>
          </p:cNvCxnSpPr>
          <p:nvPr/>
        </p:nvCxnSpPr>
        <p:spPr>
          <a:xfrm>
            <a:off x="8308820" y="3864984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E5543B8-3089-B13A-9890-B4F4A2C35FD2}"/>
              </a:ext>
            </a:extLst>
          </p:cNvPr>
          <p:cNvCxnSpPr>
            <a:cxnSpLocks/>
          </p:cNvCxnSpPr>
          <p:nvPr/>
        </p:nvCxnSpPr>
        <p:spPr>
          <a:xfrm>
            <a:off x="8315011" y="4108634"/>
            <a:ext cx="1050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流程图: 过程 50">
            <a:extLst>
              <a:ext uri="{FF2B5EF4-FFF2-40B4-BE49-F238E27FC236}">
                <a16:creationId xmlns:a16="http://schemas.microsoft.com/office/drawing/2014/main" id="{FD9D3680-0BDF-666C-4FBB-64C436362289}"/>
              </a:ext>
            </a:extLst>
          </p:cNvPr>
          <p:cNvSpPr/>
          <p:nvPr/>
        </p:nvSpPr>
        <p:spPr>
          <a:xfrm>
            <a:off x="3061019" y="2486811"/>
            <a:ext cx="984885" cy="715226"/>
          </a:xfrm>
          <a:prstGeom prst="flowChart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E6E731D-0B44-3C3F-6848-8F8562914357}"/>
              </a:ext>
            </a:extLst>
          </p:cNvPr>
          <p:cNvCxnSpPr>
            <a:cxnSpLocks/>
          </p:cNvCxnSpPr>
          <p:nvPr/>
        </p:nvCxnSpPr>
        <p:spPr>
          <a:xfrm>
            <a:off x="2489519" y="2707255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60318D1C-A6C8-B5D9-53E1-7CA5BC6B03E2}"/>
              </a:ext>
            </a:extLst>
          </p:cNvPr>
          <p:cNvSpPr txBox="1"/>
          <p:nvPr/>
        </p:nvSpPr>
        <p:spPr>
          <a:xfrm>
            <a:off x="3025539" y="2568756"/>
            <a:ext cx="41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key</a:t>
            </a:r>
            <a:endParaRPr lang="zh-CN" altLang="en-US" sz="12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E61454C-9915-55E2-9741-E077AB47D62D}"/>
              </a:ext>
            </a:extLst>
          </p:cNvPr>
          <p:cNvSpPr txBox="1"/>
          <p:nvPr/>
        </p:nvSpPr>
        <p:spPr>
          <a:xfrm>
            <a:off x="3201198" y="2804252"/>
            <a:ext cx="98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Key_p_flag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2E4459-1187-7AA8-777A-B91EBCF6C905}"/>
              </a:ext>
            </a:extLst>
          </p:cNvPr>
          <p:cNvSpPr/>
          <p:nvPr/>
        </p:nvSpPr>
        <p:spPr>
          <a:xfrm>
            <a:off x="9365295" y="3887425"/>
            <a:ext cx="1654166" cy="722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D82B75-445A-5BB2-C8E5-62947F5E7D52}"/>
              </a:ext>
            </a:extLst>
          </p:cNvPr>
          <p:cNvSpPr txBox="1"/>
          <p:nvPr/>
        </p:nvSpPr>
        <p:spPr>
          <a:xfrm>
            <a:off x="9836783" y="4108634"/>
            <a:ext cx="121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串口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AFB9246-EFD6-F22F-8091-D71A18D5A78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898879" y="2942751"/>
            <a:ext cx="1293499" cy="944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2F562B5-F5E6-F162-C651-A7A0585561C1}"/>
              </a:ext>
            </a:extLst>
          </p:cNvPr>
          <p:cNvCxnSpPr/>
          <p:nvPr/>
        </p:nvCxnSpPr>
        <p:spPr>
          <a:xfrm>
            <a:off x="8892217" y="2666099"/>
            <a:ext cx="1451933" cy="1219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图: 过程 26">
            <a:extLst>
              <a:ext uri="{FF2B5EF4-FFF2-40B4-BE49-F238E27FC236}">
                <a16:creationId xmlns:a16="http://schemas.microsoft.com/office/drawing/2014/main" id="{1BA444C6-7790-2A14-35A3-8AF4D1BC3DC8}"/>
              </a:ext>
            </a:extLst>
          </p:cNvPr>
          <p:cNvSpPr/>
          <p:nvPr/>
        </p:nvSpPr>
        <p:spPr>
          <a:xfrm>
            <a:off x="9261484" y="714375"/>
            <a:ext cx="1654166" cy="913198"/>
          </a:xfrm>
          <a:prstGeom prst="flowChartProcess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B9C6530-9474-8A81-96E0-D003B05D862B}"/>
              </a:ext>
            </a:extLst>
          </p:cNvPr>
          <p:cNvSpPr txBox="1"/>
          <p:nvPr/>
        </p:nvSpPr>
        <p:spPr>
          <a:xfrm>
            <a:off x="9731697" y="895350"/>
            <a:ext cx="71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ram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980D583-AB76-AFAE-0834-4C7B38F09528}"/>
              </a:ext>
            </a:extLst>
          </p:cNvPr>
          <p:cNvCxnSpPr/>
          <p:nvPr/>
        </p:nvCxnSpPr>
        <p:spPr>
          <a:xfrm flipV="1">
            <a:off x="8898879" y="1627573"/>
            <a:ext cx="832818" cy="752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4CE2C90-A42F-FE1A-5971-7D39CF66A7C8}"/>
              </a:ext>
            </a:extLst>
          </p:cNvPr>
          <p:cNvCxnSpPr/>
          <p:nvPr/>
        </p:nvCxnSpPr>
        <p:spPr>
          <a:xfrm flipV="1">
            <a:off x="8898879" y="1333500"/>
            <a:ext cx="362605" cy="43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AB5BD05-2ACE-655A-090A-5B64EDEFF634}"/>
              </a:ext>
            </a:extLst>
          </p:cNvPr>
          <p:cNvCxnSpPr/>
          <p:nvPr/>
        </p:nvCxnSpPr>
        <p:spPr>
          <a:xfrm>
            <a:off x="8256909" y="895350"/>
            <a:ext cx="1004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D48BA441-2A4B-D8DF-9176-215F6D9FF470}"/>
              </a:ext>
            </a:extLst>
          </p:cNvPr>
          <p:cNvSpPr txBox="1"/>
          <p:nvPr/>
        </p:nvSpPr>
        <p:spPr>
          <a:xfrm>
            <a:off x="8160222" y="523875"/>
            <a:ext cx="55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din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C4C7726-9037-E661-4F83-D6659906C033}"/>
              </a:ext>
            </a:extLst>
          </p:cNvPr>
          <p:cNvSpPr txBox="1"/>
          <p:nvPr/>
        </p:nvSpPr>
        <p:spPr>
          <a:xfrm>
            <a:off x="4215443" y="2062757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clk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9631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513</Words>
  <Application>Microsoft Office PowerPoint</Application>
  <PresentationFormat>宽屏</PresentationFormat>
  <Paragraphs>102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930747729@qq.com</dc:creator>
  <cp:lastModifiedBy>锐 王</cp:lastModifiedBy>
  <cp:revision>21</cp:revision>
  <dcterms:created xsi:type="dcterms:W3CDTF">2026-06-14T08:40:40Z</dcterms:created>
  <dcterms:modified xsi:type="dcterms:W3CDTF">2026-06-17T07:40:24Z</dcterms:modified>
</cp:coreProperties>
</file>